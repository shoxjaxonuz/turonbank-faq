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6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660" y="78"/>
      </p:cViewPr>
      <p:guideLst>
        <p:guide orient="horz" pos="2846"/>
        <p:guide pos="214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farbek Yo'ldoshov" userId="0b9c4671e0d9e2f6" providerId="LiveId" clId="{0E5D535E-8DE8-43B3-A6C7-6792FCCCEB81}"/>
    <pc:docChg chg="undo custSel modSld">
      <pc:chgData name="Zafarbek Yo'ldoshov" userId="0b9c4671e0d9e2f6" providerId="LiveId" clId="{0E5D535E-8DE8-43B3-A6C7-6792FCCCEB81}" dt="2026-05-07T04:49:14.401" v="193" actId="113"/>
      <pc:docMkLst>
        <pc:docMk/>
      </pc:docMkLst>
      <pc:sldChg chg="addSp delSp modSp mod">
        <pc:chgData name="Zafarbek Yo'ldoshov" userId="0b9c4671e0d9e2f6" providerId="LiveId" clId="{0E5D535E-8DE8-43B3-A6C7-6792FCCCEB81}" dt="2026-05-07T04:49:14.401" v="193" actId="113"/>
        <pc:sldMkLst>
          <pc:docMk/>
          <pc:sldMk cId="0" sldId="256"/>
        </pc:sldMkLst>
        <pc:spChg chg="mod">
          <ac:chgData name="Zafarbek Yo'ldoshov" userId="0b9c4671e0d9e2f6" providerId="LiveId" clId="{0E5D535E-8DE8-43B3-A6C7-6792FCCCEB81}" dt="2026-04-30T14:04:58.175" v="58" actId="2711"/>
          <ac:spMkLst>
            <pc:docMk/>
            <pc:sldMk cId="0" sldId="256"/>
            <ac:spMk id="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3.270" v="85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3:03.810" v="5" actId="11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5:25.954" v="66" actId="2711"/>
          <ac:spMkLst>
            <pc:docMk/>
            <pc:sldMk cId="0" sldId="256"/>
            <ac:spMk id="1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8:12.861" v="92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02.141" v="137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19.192" v="152" actId="20577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24.539" v="161" actId="20577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34.944" v="165" actId="20577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19.431" v="102" actId="20577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27.349" v="104" actId="1038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40.959" v="112" actId="20577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5.260" v="126" actId="113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7:50.838" v="91" actId="20577"/>
          <ac:spMkLst>
            <pc:docMk/>
            <pc:sldMk cId="0" sldId="256"/>
            <ac:spMk id="14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44.451" v="81" actId="478"/>
          <ac:spMkLst>
            <pc:docMk/>
            <pc:sldMk cId="0" sldId="256"/>
            <ac:spMk id="20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0.163" v="83" actId="478"/>
          <ac:spMkLst>
            <pc:docMk/>
            <pc:sldMk cId="0" sldId="256"/>
            <ac:spMk id="209" creationId="{00000000-0000-0000-0000-000000000000}"/>
          </ac:spMkLst>
        </pc:spChg>
        <pc:spChg chg="add del mod">
          <ac:chgData name="Zafarbek Yo'ldoshov" userId="0b9c4671e0d9e2f6" providerId="LiveId" clId="{0E5D535E-8DE8-43B3-A6C7-6792FCCCEB81}" dt="2026-04-30T14:05:57.434" v="68"/>
          <ac:spMkLst>
            <pc:docMk/>
            <pc:sldMk cId="0" sldId="256"/>
            <ac:spMk id="216" creationId="{FA243324-8900-48C2-83A1-8A266570CC86}"/>
          </ac:spMkLst>
        </pc:spChg>
        <pc:spChg chg="add mod">
          <ac:chgData name="Zafarbek Yo'ldoshov" userId="0b9c4671e0d9e2f6" providerId="LiveId" clId="{0E5D535E-8DE8-43B3-A6C7-6792FCCCEB81}" dt="2026-04-30T14:06:01.917" v="71"/>
          <ac:spMkLst>
            <pc:docMk/>
            <pc:sldMk cId="0" sldId="256"/>
            <ac:spMk id="217" creationId="{E7F881FF-D2DD-40A8-8A40-BFEEE91CD5D4}"/>
          </ac:spMkLst>
        </pc:spChg>
        <pc:spChg chg="add mod">
          <ac:chgData name="Zafarbek Yo'ldoshov" userId="0b9c4671e0d9e2f6" providerId="LiveId" clId="{0E5D535E-8DE8-43B3-A6C7-6792FCCCEB81}" dt="2026-04-30T14:06:12" v="73"/>
          <ac:spMkLst>
            <pc:docMk/>
            <pc:sldMk cId="0" sldId="256"/>
            <ac:spMk id="218" creationId="{79C9DDD0-67D6-4C3F-9801-885355A57C65}"/>
          </ac:spMkLst>
        </pc:spChg>
        <pc:spChg chg="add del mod">
          <ac:chgData name="Zafarbek Yo'ldoshov" userId="0b9c4671e0d9e2f6" providerId="LiveId" clId="{0E5D535E-8DE8-43B3-A6C7-6792FCCCEB81}" dt="2026-04-30T14:06:18.680" v="75"/>
          <ac:spMkLst>
            <pc:docMk/>
            <pc:sldMk cId="0" sldId="256"/>
            <ac:spMk id="219" creationId="{05B47FF6-315B-47F8-885C-80E35B0E473B}"/>
          </ac:spMkLst>
        </pc:spChg>
        <pc:spChg chg="add mod">
          <ac:chgData name="Zafarbek Yo'ldoshov" userId="0b9c4671e0d9e2f6" providerId="LiveId" clId="{0E5D535E-8DE8-43B3-A6C7-6792FCCCEB81}" dt="2026-04-30T14:06:23.446" v="77"/>
          <ac:spMkLst>
            <pc:docMk/>
            <pc:sldMk cId="0" sldId="256"/>
            <ac:spMk id="220" creationId="{81AD687D-A1CD-4312-A796-6B30FC986D00}"/>
          </ac:spMkLst>
        </pc:spChg>
        <pc:spChg chg="mod">
          <ac:chgData name="Zafarbek Yo'ldoshov" userId="0b9c4671e0d9e2f6" providerId="LiveId" clId="{0E5D535E-8DE8-43B3-A6C7-6792FCCCEB81}" dt="2026-04-30T14:08:36.153" v="99" actId="255"/>
          <ac:spMkLst>
            <pc:docMk/>
            <pc:sldMk cId="0" sldId="256"/>
            <ac:spMk id="222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9.953" v="127" actId="113"/>
          <ac:spMkLst>
            <pc:docMk/>
            <pc:sldMk cId="0" sldId="256"/>
            <ac:spMk id="224" creationId="{00000000-0000-0000-0000-000000000000}"/>
          </ac:spMkLst>
        </pc:spChg>
        <pc:spChg chg="add mod">
          <ac:chgData name="Zafarbek Yo'ldoshov" userId="0b9c4671e0d9e2f6" providerId="LiveId" clId="{0E5D535E-8DE8-43B3-A6C7-6792FCCCEB81}" dt="2026-04-30T14:06:28.320" v="78"/>
          <ac:spMkLst>
            <pc:docMk/>
            <pc:sldMk cId="0" sldId="256"/>
            <ac:spMk id="227" creationId="{EBEF49BD-4A3A-4780-99A6-CCDB8AC0EE81}"/>
          </ac:spMkLst>
        </pc:spChg>
        <pc:spChg chg="add del mod">
          <ac:chgData name="Zafarbek Yo'ldoshov" userId="0b9c4671e0d9e2f6" providerId="LiveId" clId="{0E5D535E-8DE8-43B3-A6C7-6792FCCCEB81}" dt="2026-04-30T14:06:43.382" v="80"/>
          <ac:spMkLst>
            <pc:docMk/>
            <pc:sldMk cId="0" sldId="256"/>
            <ac:spMk id="228" creationId="{68CE34D2-5C43-4575-9ACC-22140551D088}"/>
          </ac:spMkLst>
        </pc:spChg>
        <pc:spChg chg="add mod">
          <ac:chgData name="Zafarbek Yo'ldoshov" userId="0b9c4671e0d9e2f6" providerId="LiveId" clId="{0E5D535E-8DE8-43B3-A6C7-6792FCCCEB81}" dt="2026-05-07T04:47:03.315" v="125" actId="20577"/>
          <ac:spMkLst>
            <pc:docMk/>
            <pc:sldMk cId="0" sldId="256"/>
            <ac:spMk id="229" creationId="{09879F13-81FF-4BFC-A877-45A012EBF41C}"/>
          </ac:spMkLst>
        </pc:spChg>
        <pc:spChg chg="add mod">
          <ac:chgData name="Zafarbek Yo'ldoshov" userId="0b9c4671e0d9e2f6" providerId="LiveId" clId="{0E5D535E-8DE8-43B3-A6C7-6792FCCCEB81}" dt="2026-04-30T14:06:50.425" v="84"/>
          <ac:spMkLst>
            <pc:docMk/>
            <pc:sldMk cId="0" sldId="256"/>
            <ac:spMk id="230" creationId="{F8D82612-1DFB-4494-A01A-AB230549D3D1}"/>
          </ac:spMkLst>
        </pc:spChg>
        <pc:spChg chg="add mod">
          <ac:chgData name="Zafarbek Yo'ldoshov" userId="0b9c4671e0d9e2f6" providerId="LiveId" clId="{0E5D535E-8DE8-43B3-A6C7-6792FCCCEB81}" dt="2026-04-30T14:07:00.351" v="87"/>
          <ac:spMkLst>
            <pc:docMk/>
            <pc:sldMk cId="0" sldId="256"/>
            <ac:spMk id="231" creationId="{F52723B5-745C-4EF6-8B9C-758DFB994574}"/>
          </ac:spMkLst>
        </pc:spChg>
        <pc:spChg chg="add mod">
          <ac:chgData name="Zafarbek Yo'ldoshov" userId="0b9c4671e0d9e2f6" providerId="LiveId" clId="{0E5D535E-8DE8-43B3-A6C7-6792FCCCEB81}" dt="2026-04-30T14:07:08.485" v="89"/>
          <ac:spMkLst>
            <pc:docMk/>
            <pc:sldMk cId="0" sldId="256"/>
            <ac:spMk id="232" creationId="{017F5278-5E10-4A91-953D-F92107D6160D}"/>
          </ac:spMkLst>
        </pc:spChg>
        <pc:spChg chg="add mod">
          <ac:chgData name="Zafarbek Yo'ldoshov" userId="0b9c4671e0d9e2f6" providerId="LiveId" clId="{0E5D535E-8DE8-43B3-A6C7-6792FCCCEB81}" dt="2026-04-30T14:08:20.204" v="98" actId="20577"/>
          <ac:spMkLst>
            <pc:docMk/>
            <pc:sldMk cId="0" sldId="256"/>
            <ac:spMk id="233" creationId="{BD80B3D7-BC8F-4552-AB20-4531A4E694D7}"/>
          </ac:spMkLst>
        </pc:spChg>
        <pc:spChg chg="del">
          <ac:chgData name="Zafarbek Yo'ldoshov" userId="0b9c4671e0d9e2f6" providerId="LiveId" clId="{0E5D535E-8DE8-43B3-A6C7-6792FCCCEB81}" dt="2026-04-30T14:06:20.267" v="76" actId="478"/>
          <ac:spMkLst>
            <pc:docMk/>
            <pc:sldMk cId="0" sldId="256"/>
            <ac:spMk id="265" creationId="{00000000-0000-0000-0000-000000000000}"/>
          </ac:spMkLst>
        </pc:spChg>
        <pc:spChg chg="del mod">
          <ac:chgData name="Zafarbek Yo'ldoshov" userId="0b9c4671e0d9e2f6" providerId="LiveId" clId="{0E5D535E-8DE8-43B3-A6C7-6792FCCCEB81}" dt="2026-04-30T14:06:01.311" v="70" actId="478"/>
          <ac:spMkLst>
            <pc:docMk/>
            <pc:sldMk cId="0" sldId="256"/>
            <ac:spMk id="26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06.797" v="72" actId="478"/>
          <ac:spMkLst>
            <pc:docMk/>
            <pc:sldMk cId="0" sldId="256"/>
            <ac:spMk id="267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6.315" v="86" actId="478"/>
          <ac:spMkLst>
            <pc:docMk/>
            <pc:sldMk cId="0" sldId="256"/>
            <ac:spMk id="27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7:05.421" v="88" actId="478"/>
          <ac:spMkLst>
            <pc:docMk/>
            <pc:sldMk cId="0" sldId="256"/>
            <ac:spMk id="27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49.875" v="179" actId="20577"/>
          <ac:spMkLst>
            <pc:docMk/>
            <pc:sldMk cId="0" sldId="256"/>
            <ac:spMk id="28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9:14.401" v="193" actId="113"/>
          <ac:spMkLst>
            <pc:docMk/>
            <pc:sldMk cId="0" sldId="256"/>
            <ac:spMk id="28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jpe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jpeg"/><Relationship Id="rId8" Type="http://schemas.openxmlformats.org/officeDocument/2006/relationships/image" Target="../media/image7.png"/><Relationship Id="rId5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uz-Cyrl-UZ" sz="280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ЯШНОБОД ТУМАНИ </a:t>
            </a:r>
            <a:r>
              <a:rPr sz="2800" b="1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  <a:r>
              <a:rPr lang="uz-Cyrl-UZ" altLang="en-US"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ЁШ АВЛОД</a:t>
            </a:r>
            <a:r>
              <a:rPr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МАҲАЛЛАСИДА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spc="-2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АҲОЛИ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4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БАНДЛИГИНИ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ТАЪМИНЛАШ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ВА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3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ДАРОМАДЛАРИНИ</a:t>
            </a:r>
            <a:r>
              <a:rPr sz="2800" spc="-1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ОШИРИШ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30933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Маҳалла</a:t>
            </a:r>
            <a:r>
              <a:rPr sz="1400" b="1" spc="-5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банкири</a:t>
            </a:r>
            <a:endParaRPr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ru-RU" altLang="en-US" sz="140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Тўймуродов Артур Эргаш ўғли</a:t>
            </a:r>
            <a:br>
              <a:rPr lang="ru-RU" altLang="en-US" sz="140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</a:br>
            <a:r>
              <a:rPr lang="ru-RU" sz="1400" b="1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Ёрдамчи</a:t>
            </a:r>
            <a:r>
              <a:rPr lang="ru-RU" sz="1400" b="1" spc="-7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агент</a:t>
            </a:r>
            <a:endParaRPr lang="ru-RU"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en-US" altLang="en-US" sz="1400" dirty="0" err="1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Вакант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БИРИКТИРИЛГАН</a:t>
            </a:r>
            <a:r>
              <a:rPr lang="ru-RU" sz="15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sz="15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en-US" altLang="en-US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Туронбанк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”Тошкент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шахар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165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  <a:sym typeface="+mn-ea"/>
              </a:rPr>
              <a:t>Яшнобод 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БХ</a:t>
            </a:r>
            <a:r>
              <a:rPr lang="en-US" alt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O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0719" cy="1332036"/>
            <a:chOff x="8042079" y="1507802"/>
            <a:chExt cx="6520719" cy="1332036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77383" y="2523508"/>
              <a:ext cx="2080165" cy="31633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      </a:t>
              </a:r>
              <a:r>
                <a:rPr lang="ru-RU" sz="1100" b="1" dirty="0" err="1">
                  <a:solidFill>
                    <a:schemeClr val="bg1"/>
                  </a:solidFill>
                </a:rPr>
                <a:t>ишсизликдан</a:t>
              </a:r>
              <a:r>
                <a:rPr lang="ru-RU" sz="1100" b="1" dirty="0">
                  <a:solidFill>
                    <a:schemeClr val="bg1"/>
                  </a:solidFill>
                </a:rPr>
                <a:t> холи </a:t>
              </a:r>
              <a:r>
                <a:rPr lang="ru-RU" sz="1100" b="1" dirty="0" err="1">
                  <a:solidFill>
                    <a:schemeClr val="bg1"/>
                  </a:solidFill>
                </a:rPr>
                <a:t>эмас</a:t>
              </a:r>
              <a:endParaRPr lang="ru-RU" sz="1100" b="1" dirty="0">
                <a:solidFill>
                  <a:schemeClr val="bg1"/>
                </a:solidFill>
              </a:endParaRPr>
            </a:p>
            <a:p>
              <a:endParaRPr sz="1200" b="1"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Камбағаллик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957349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"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048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altLang=""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15%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2516871" y="2229219"/>
            <a:ext cx="2042830" cy="5200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lang="ru-RU" sz="1200" dirty="0">
              <a:latin typeface="Tahoma" panose="020B0604030504040204"/>
              <a:cs typeface="Tahoma" panose="020B0604030504040204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ru-RU" sz="1100" b="1" spc="-65" dirty="0" err="1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Камбағалликдан</a:t>
            </a:r>
            <a:r>
              <a:rPr lang="ru-RU" sz="1100" b="1" spc="-65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 холи </a:t>
            </a:r>
            <a:r>
              <a:rPr lang="ru-RU" sz="1100" b="1" dirty="0" err="1">
                <a:solidFill>
                  <a:schemeClr val="bg1"/>
                </a:solidFill>
              </a:rPr>
              <a:t>эмас</a:t>
            </a:r>
            <a:endParaRPr lang="ru-RU" sz="1100" b="1" dirty="0" err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22704"/>
            <a:ext cx="7880372" cy="1136178"/>
            <a:chOff x="8149323" y="1638755"/>
            <a:chExt cx="7880372" cy="1136178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Вилоятдан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10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altLang="" sz="1600" b="1" spc="-9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25</a:t>
            </a:r>
            <a:r>
              <a:rPr sz="1600" b="1" spc="-9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597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10"/>
              </a:spcBef>
            </a:pPr>
            <a:r>
              <a:rPr sz="14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бўш</a:t>
            </a:r>
            <a:r>
              <a:rPr lang="en-US" sz="1450" spc="-3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altLang=""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55496" y="2131386"/>
            <a:ext cx="2089785" cy="417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4 175</a:t>
            </a:r>
            <a:r>
              <a:rPr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875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0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кредитлар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71556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400" b="1" spc="37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22,0</a:t>
            </a:r>
            <a:r>
              <a:rPr lang="en-US" sz="2400" spc="37" baseline="1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млн</a:t>
            </a:r>
            <a:r>
              <a:rPr lang="ru-RU" sz="1200" spc="37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с</a:t>
            </a:r>
            <a:r>
              <a:rPr lang="en-US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ўм</a:t>
            </a:r>
            <a:endParaRPr sz="1200" baseline="1000" dirty="0">
              <a:solidFill>
                <a:schemeClr val="tx2"/>
              </a:solidFill>
              <a:latin typeface="+mn-lt"/>
              <a:cs typeface="Microsoft Sans Serif" panose="020B0604020202020204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ru-RU" sz="24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213,0</a:t>
            </a:r>
            <a:endParaRPr sz="14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7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Х9,7</a:t>
            </a:r>
            <a:endParaRPr lang="en-US" altLang="ru-RU" sz="1400" spc="25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39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35,0</a:t>
            </a:r>
            <a:endParaRPr sz="3000" dirty="0">
              <a:solidFill>
                <a:srgbClr val="FF0000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66682" cy="741207"/>
            <a:chOff x="3320658" y="4209695"/>
            <a:chExt cx="2666518" cy="741207"/>
          </a:xfrm>
        </p:grpSpPr>
        <p:sp>
          <p:nvSpPr>
            <p:cNvPr id="115" name="object 115"/>
            <p:cNvSpPr/>
            <p:nvPr/>
          </p:nvSpPr>
          <p:spPr>
            <a:xfrm>
              <a:off x="4009787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lang="ru-RU"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5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29" y="4372982"/>
            <a:ext cx="933911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5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153,0</a:t>
            </a:r>
            <a:endParaRPr lang="en-US" sz="25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Амалга</a:t>
            </a:r>
            <a:r>
              <a:rPr sz="2200" b="1" spc="7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00" b="1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оширилган</a:t>
            </a:r>
            <a:endParaRPr sz="2200" b="1" dirty="0">
              <a:latin typeface="Microsoft Sans Serif" panose="020B0604020202020204"/>
              <a:cs typeface="Microsoft Sans Serif" panose="020B0604020202020204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6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961329" cy="4962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z="1600" b="1" dirty="0" err="1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Қурилиш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600" b="1" dirty="0" err="1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материали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sz="1600" b="1" dirty="0" err="1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тадбиркорли</a:t>
            </a:r>
            <a:r>
              <a:rPr lang="ru-RU" sz="1600" b="1" dirty="0" err="1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гини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фаолиятини йўлга қўйиш 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en-US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 </a:t>
            </a:r>
            <a:r>
              <a:rPr lang="uz-Cyrl-UZ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Дорихона фаолияти</a:t>
            </a:r>
            <a:endParaRPr sz="1600" b="1" dirty="0">
              <a:solidFill>
                <a:srgbClr val="3C2B98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КРЕДИТ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 panose="020B0604030504040204"/>
              <a:cs typeface="Tahoma" panose="020B0604030504040204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СОНИ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ЎРНИ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5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400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млрд.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8" name="object 206"/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9" name="object 206"/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0" name="object 207"/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4" name="object 206"/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77" name="object 20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/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НАТИЖАЛА</a:t>
            </a:r>
            <a:r>
              <a:rPr lang="en-US"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Р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0" name="object 178"/>
          <p:cNvSpPr txBox="1"/>
          <p:nvPr/>
        </p:nvSpPr>
        <p:spPr>
          <a:xfrm>
            <a:off x="14381861" y="4860009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4125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17,0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1" name="object 179"/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2" name="object 180"/>
          <p:cNvSpPr txBox="1"/>
          <p:nvPr/>
        </p:nvSpPr>
        <p:spPr>
          <a:xfrm>
            <a:off x="14395677" y="5301614"/>
            <a:ext cx="2338416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ru-RU" sz="2800" b="1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4125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83" name="object 181"/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/>
          <p:cNvSpPr txBox="1"/>
          <p:nvPr/>
        </p:nvSpPr>
        <p:spPr>
          <a:xfrm>
            <a:off x="9966273" y="4915902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4125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 err="1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8" name="object 179"/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аҳоли </a:t>
            </a:r>
            <a:r>
              <a:rPr lang="en-US" sz="3600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800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90" name="object 181"/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/>
          <p:cNvSpPr txBox="1"/>
          <p:nvPr/>
        </p:nvSpPr>
        <p:spPr>
          <a:xfrm>
            <a:off x="10309292" y="1788237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alt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</a:t>
            </a:r>
            <a:r>
              <a:rPr lang="en-US" sz="3050" b="1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5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3" name="object 35"/>
          <p:cNvSpPr txBox="1"/>
          <p:nvPr/>
        </p:nvSpPr>
        <p:spPr>
          <a:xfrm>
            <a:off x="12549488" y="1780179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30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27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4" name="object 126"/>
          <p:cNvSpPr txBox="1"/>
          <p:nvPr/>
        </p:nvSpPr>
        <p:spPr>
          <a:xfrm>
            <a:off x="4308363" y="4311290"/>
            <a:ext cx="986818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0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25,0</a:t>
            </a:r>
            <a:endParaRPr lang="en-US" sz="30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5" name="object 128"/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6" name="object 128"/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5" name="Picture 4"/>
          <p:cNvPicPr/>
          <p:nvPr/>
        </p:nvPicPr>
        <p:blipFill>
          <a:blip r:embed="rId47"/>
          <a:stretch>
            <a:fillRect/>
          </a:stretch>
        </p:blipFill>
        <p:spPr>
          <a:xfrm>
            <a:off x="298450" y="22225"/>
            <a:ext cx="3799205" cy="1171575"/>
          </a:xfrm>
          <a:prstGeom prst="rect">
            <a:avLst/>
          </a:prstGeom>
        </p:spPr>
      </p:pic>
      <p:sp>
        <p:nvSpPr>
          <p:cNvPr id="217" name="object 266">
            <a:extLst>
              <a:ext uri="{FF2B5EF4-FFF2-40B4-BE49-F238E27FC236}">
                <a16:creationId xmlns:a16="http://schemas.microsoft.com/office/drawing/2014/main" id="{E7F881FF-D2DD-40A8-8A40-BFEEE91CD5D4}"/>
              </a:ext>
            </a:extLst>
          </p:cNvPr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dirty="0">
                <a:solidFill>
                  <a:srgbClr val="273B6F"/>
                </a:solidFill>
                <a:latin typeface="Arial"/>
                <a:cs typeface="Arial"/>
              </a:rPr>
              <a:t>12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18" name="object 267">
            <a:extLst>
              <a:ext uri="{FF2B5EF4-FFF2-40B4-BE49-F238E27FC236}">
                <a16:creationId xmlns:a16="http://schemas.microsoft.com/office/drawing/2014/main" id="{79C9DDD0-67D6-4C3F-9801-885355A57C65}"/>
              </a:ext>
            </a:extLst>
          </p:cNvPr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24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20" name="object 265">
            <a:extLst>
              <a:ext uri="{FF2B5EF4-FFF2-40B4-BE49-F238E27FC236}">
                <a16:creationId xmlns:a16="http://schemas.microsoft.com/office/drawing/2014/main" id="{81AD687D-A1CD-4312-A796-6B30FC986D00}"/>
              </a:ext>
            </a:extLst>
          </p:cNvPr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3500" b="1" spc="-310" dirty="0">
                <a:solidFill>
                  <a:srgbClr val="273B6F"/>
                </a:solidFill>
                <a:latin typeface="Arial"/>
                <a:cs typeface="Arial"/>
              </a:rPr>
              <a:t>56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27" name="object 262">
            <a:extLst>
              <a:ext uri="{FF2B5EF4-FFF2-40B4-BE49-F238E27FC236}">
                <a16:creationId xmlns:a16="http://schemas.microsoft.com/office/drawing/2014/main" id="{EBEF49BD-4A3A-4780-99A6-CCDB8AC0EE81}"/>
              </a:ext>
            </a:extLst>
          </p:cNvPr>
          <p:cNvSpPr txBox="1"/>
          <p:nvPr/>
        </p:nvSpPr>
        <p:spPr>
          <a:xfrm>
            <a:off x="4167141" y="8725929"/>
            <a:ext cx="92473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4000" b="1" spc="-25" dirty="0">
                <a:solidFill>
                  <a:srgbClr val="273B6F"/>
                </a:solidFill>
                <a:latin typeface="Arial"/>
                <a:cs typeface="Arial"/>
              </a:rPr>
              <a:t>1,5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29" name="object 208">
            <a:extLst>
              <a:ext uri="{FF2B5EF4-FFF2-40B4-BE49-F238E27FC236}">
                <a16:creationId xmlns:a16="http://schemas.microsoft.com/office/drawing/2014/main" id="{09879F13-81FF-4BFC-A877-45A012EBF41C}"/>
              </a:ext>
            </a:extLst>
          </p:cNvPr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25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0" name="object 209">
            <a:extLst>
              <a:ext uri="{FF2B5EF4-FFF2-40B4-BE49-F238E27FC236}">
                <a16:creationId xmlns:a16="http://schemas.microsoft.com/office/drawing/2014/main" id="{F8D82612-1DFB-4494-A01A-AB230549D3D1}"/>
              </a:ext>
            </a:extLst>
          </p:cNvPr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1" name="object 208">
            <a:extLst>
              <a:ext uri="{FF2B5EF4-FFF2-40B4-BE49-F238E27FC236}">
                <a16:creationId xmlns:a16="http://schemas.microsoft.com/office/drawing/2014/main" id="{F52723B5-745C-4EF6-8B9C-758DFB994574}"/>
              </a:ext>
            </a:extLst>
          </p:cNvPr>
          <p:cNvSpPr txBox="1"/>
          <p:nvPr/>
        </p:nvSpPr>
        <p:spPr>
          <a:xfrm>
            <a:off x="5656355" y="7082777"/>
            <a:ext cx="834691" cy="6232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17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2" name="object 209">
            <a:extLst>
              <a:ext uri="{FF2B5EF4-FFF2-40B4-BE49-F238E27FC236}">
                <a16:creationId xmlns:a16="http://schemas.microsoft.com/office/drawing/2014/main" id="{017F5278-5E10-4A91-953D-F92107D6160D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3" name="object 35">
            <a:extLst>
              <a:ext uri="{FF2B5EF4-FFF2-40B4-BE49-F238E27FC236}">
                <a16:creationId xmlns:a16="http://schemas.microsoft.com/office/drawing/2014/main" id="{BD80B3D7-BC8F-4552-AB20-4531A4E694D7}"/>
              </a:ext>
            </a:extLst>
          </p:cNvPr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12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16" name="AutoShape 6" descr="Oʻzbekiston Respublikasida yirik qurilish tashkilotlari ulushi 26,6 % ga  yetdi">
            <a:extLst>
              <a:ext uri="{FF2B5EF4-FFF2-40B4-BE49-F238E27FC236}">
                <a16:creationId xmlns:a16="http://schemas.microsoft.com/office/drawing/2014/main" id="{5E2CF8AC-F3AB-6D1B-DA0E-79BEE5EEC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04250" y="4822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4" name="Picture 10" descr="Tikuvchilik va zamonaviy pardalar tikish ⋆ sammonomarkaz.uz">
            <a:extLst>
              <a:ext uri="{FF2B5EF4-FFF2-40B4-BE49-F238E27FC236}">
                <a16:creationId xmlns:a16="http://schemas.microsoft.com/office/drawing/2014/main" id="{A547113F-CD5D-F521-A759-664DA0D31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476" y="5170533"/>
            <a:ext cx="3477447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407,400+ Online Tools Stock Photos, Pictures &amp; Royalty-Free Images - iStock  | Online tools concept, Online tools for business, Online tools icon">
            <a:extLst>
              <a:ext uri="{FF2B5EF4-FFF2-40B4-BE49-F238E27FC236}">
                <a16:creationId xmlns:a16="http://schemas.microsoft.com/office/drawing/2014/main" id="{C62A7DD3-593F-DE67-18AC-777BDA6A9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29" y="5226058"/>
            <a:ext cx="3414237" cy="177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" name="TextBox 234">
            <a:extLst>
              <a:ext uri="{FF2B5EF4-FFF2-40B4-BE49-F238E27FC236}">
                <a16:creationId xmlns:a16="http://schemas.microsoft.com/office/drawing/2014/main" id="{CF194119-8063-98B5-3C24-9DF2A8CC0DD5}"/>
              </a:ext>
            </a:extLst>
          </p:cNvPr>
          <p:cNvSpPr txBox="1"/>
          <p:nvPr/>
        </p:nvSpPr>
        <p:spPr>
          <a:xfrm>
            <a:off x="9268924" y="4006792"/>
            <a:ext cx="7803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“Келтемнар моналит” МЧЖ</a:t>
            </a:r>
            <a:r>
              <a:rPr lang="uz-Cyrl-UZ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                       </a:t>
            </a:r>
            <a:r>
              <a:rPr lang="uz-Cyrl-UZ" sz="1800" b="1" dirty="0"/>
              <a:t>"Вет сервис" МЧЖ </a:t>
            </a:r>
            <a:r>
              <a:rPr lang="uz-Cyrl-UZ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</a:t>
            </a:r>
            <a:endParaRPr lang="ru-RU" dirty="0"/>
          </a:p>
        </p:txBody>
      </p:sp>
      <p:pic>
        <p:nvPicPr>
          <p:cNvPr id="1026" name="Picture 2" descr="Dori-darmon, dorixona, Toshkent, Istiqlol koʻchasi, 45 – Yandex Maps">
            <a:extLst>
              <a:ext uri="{FF2B5EF4-FFF2-40B4-BE49-F238E27FC236}">
                <a16:creationId xmlns:a16="http://schemas.microsoft.com/office/drawing/2014/main" id="{41FCFBA6-2774-2473-AB70-933CDCBFD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6881" y="5958492"/>
            <a:ext cx="3305771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Picture 4" descr="Янги турдаги қурилиш материаллари: амалдаги ҳолат, мавжуд илмий салоҳият ва  истиқболдаги режалар">
            <a:extLst>
              <a:ext uri="{FF2B5EF4-FFF2-40B4-BE49-F238E27FC236}">
                <a16:creationId xmlns:a16="http://schemas.microsoft.com/office/drawing/2014/main" id="{6D0C9DC9-5997-CDFD-69D5-9B334553B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355" y="5872283"/>
            <a:ext cx="376555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268</Words>
  <Application>Microsoft Office PowerPoint</Application>
  <PresentationFormat>Произвольный</PresentationFormat>
  <Paragraphs>87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Microsoft Sans Serif</vt:lpstr>
      <vt:lpstr>Sans Serif Collection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Пользователь</cp:lastModifiedBy>
  <cp:revision>58</cp:revision>
  <cp:lastPrinted>2025-11-22T15:16:00Z</cp:lastPrinted>
  <dcterms:created xsi:type="dcterms:W3CDTF">2025-11-21T17:17:00Z</dcterms:created>
  <dcterms:modified xsi:type="dcterms:W3CDTF">2026-05-12T07:45:04Z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2025-11-21T10:00:00Z</vt:filetime>
  </property>
  <property fmtid="{D5CDD505-2E9C-101B-9397-08002B2CF9AE}" pid="3" name="LastSaved">
    <vt:filetime>2025-11-21T10:00:00Z</vt:filetime>
  </property>
  <property fmtid="{D5CDD505-2E9C-101B-9397-08002B2CF9AE}" pid="4" name="Producer">
    <vt:lpwstr>iLovePDF</vt:lpwstr>
  </property>
  <property fmtid="{D5CDD505-2E9C-101B-9397-08002B2CF9AE}" pid="5" name="KSOProductBuildVer">
    <vt:lpwstr>1033-12.1.0.25242</vt:lpwstr>
  </property>
  <property fmtid="{D5CDD505-2E9C-101B-9397-08002B2CF9AE}" pid="6" name="ICV">
    <vt:lpwstr>164DCF806CA143FB9A0EE979FEEED7BF_13</vt:lpwstr>
  </property>
</Properties>
</file>