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284700" cy="97218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6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5281" cy="337668"/>
          </a:xfrm>
          <a:prstGeom prst="rect">
            <a:avLst/>
          </a:prstGeom>
        </p:spPr>
        <p:txBody>
          <a:bodyPr vert="horz" lIns="56199" tIns="28100" rIns="56199" bIns="28100" rtlCol="0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315" y="1"/>
            <a:ext cx="4275281" cy="337668"/>
          </a:xfrm>
          <a:prstGeom prst="rect">
            <a:avLst/>
          </a:prstGeom>
        </p:spPr>
        <p:txBody>
          <a:bodyPr vert="horz" lIns="56199" tIns="28100" rIns="56199" bIns="28100" rtlCol="0"/>
          <a:lstStyle>
            <a:lvl1pPr algn="r">
              <a:defRPr sz="800"/>
            </a:lvl1pPr>
          </a:lstStyle>
          <a:p>
            <a:fld id="{3CC0CBBB-5FA6-490A-A320-B76A45F251E2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2963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6199" tIns="28100" rIns="56199" bIns="2810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813" y="3241394"/>
            <a:ext cx="7892688" cy="2652949"/>
          </a:xfrm>
          <a:prstGeom prst="rect">
            <a:avLst/>
          </a:prstGeom>
        </p:spPr>
        <p:txBody>
          <a:bodyPr vert="horz" lIns="56199" tIns="28100" rIns="56199" bIns="2810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6398095"/>
            <a:ext cx="4275281" cy="337668"/>
          </a:xfrm>
          <a:prstGeom prst="rect">
            <a:avLst/>
          </a:prstGeom>
        </p:spPr>
        <p:txBody>
          <a:bodyPr vert="horz" lIns="56199" tIns="28100" rIns="56199" bIns="28100" rtlCol="0" anchor="b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315" y="6398095"/>
            <a:ext cx="4275281" cy="337668"/>
          </a:xfrm>
          <a:prstGeom prst="rect">
            <a:avLst/>
          </a:prstGeom>
        </p:spPr>
        <p:txBody>
          <a:bodyPr vert="horz" lIns="56199" tIns="28100" rIns="56199" bIns="28100" rtlCol="0" anchor="b"/>
          <a:lstStyle>
            <a:lvl1pPr algn="r">
              <a:defRPr sz="800"/>
            </a:lvl1pPr>
          </a:lstStyle>
          <a:p>
            <a:fld id="{2A20157E-1B5F-4DDF-83C8-5ABBAABEC8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88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0157E-1B5F-4DDF-83C8-5ABBAABEC8F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7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6352" y="3013773"/>
            <a:ext cx="14691995" cy="204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92705" y="5444236"/>
            <a:ext cx="12099290" cy="2430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4235" y="2236025"/>
            <a:ext cx="7518844" cy="6416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01620" y="2236025"/>
            <a:ext cx="7518844" cy="6416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2600" y="3333100"/>
            <a:ext cx="4928706" cy="6893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4235" y="388874"/>
            <a:ext cx="15556230" cy="1555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4235" y="2236025"/>
            <a:ext cx="15556230" cy="6416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76798" y="9041321"/>
            <a:ext cx="5531104" cy="486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4235" y="9041321"/>
            <a:ext cx="3975481" cy="486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444984" y="9041321"/>
            <a:ext cx="3975481" cy="486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jpe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9.jpe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900" y="140951"/>
            <a:ext cx="16066135" cy="94234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325755">
              <a:lnSpc>
                <a:spcPts val="3279"/>
              </a:lnSpc>
              <a:spcBef>
                <a:spcPts val="445"/>
              </a:spcBef>
            </a:pPr>
            <a:r>
              <a:rPr sz="2900" b="1" spc="-1785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395" dirty="0">
                <a:solidFill>
                  <a:srgbClr val="FFFFFF"/>
                </a:solidFill>
                <a:latin typeface="Arial"/>
                <a:cs typeface="Arial"/>
              </a:rPr>
              <a:t>Я</a:t>
            </a:r>
            <a:r>
              <a:rPr sz="2900" b="1" spc="-188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23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2705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105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2900" b="1" spc="-1870" dirty="0">
                <a:solidFill>
                  <a:srgbClr val="FFFFFF"/>
                </a:solidFill>
                <a:latin typeface="Arial"/>
                <a:cs typeface="Arial"/>
              </a:rPr>
              <a:t>Е</a:t>
            </a:r>
            <a:r>
              <a:rPr sz="2900" b="1" spc="-85" dirty="0">
                <a:solidFill>
                  <a:srgbClr val="FFFFFF"/>
                </a:solidFill>
                <a:latin typeface="Arial"/>
                <a:cs typeface="Arial"/>
              </a:rPr>
              <a:t>Ҳ</a:t>
            </a:r>
            <a:r>
              <a:rPr sz="2900" b="1" spc="-205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9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710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Ё</a:t>
            </a:r>
            <a:r>
              <a:rPr sz="2900" b="1" spc="-1220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910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885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124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590" dirty="0">
                <a:solidFill>
                  <a:srgbClr val="FFFFFF"/>
                </a:solidFill>
                <a:latin typeface="Arial"/>
                <a:cs typeface="Arial"/>
              </a:rPr>
              <a:t>У</a:t>
            </a:r>
            <a:r>
              <a:rPr sz="2900" b="1" spc="-1365" dirty="0">
                <a:solidFill>
                  <a:srgbClr val="FFFFFF"/>
                </a:solidFill>
                <a:latin typeface="Arial"/>
                <a:cs typeface="Arial"/>
              </a:rPr>
              <a:t>Ҳ</a:t>
            </a:r>
            <a:r>
              <a:rPr sz="2900" b="1" spc="-1075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125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6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840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126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86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43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720" dirty="0">
                <a:solidFill>
                  <a:srgbClr val="FFFFFF"/>
                </a:solidFill>
                <a:latin typeface="Arial"/>
                <a:cs typeface="Arial"/>
              </a:rPr>
              <a:t>Ҳ</a:t>
            </a:r>
            <a:r>
              <a:rPr sz="2900" b="1" spc="-141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88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1145" dirty="0">
                <a:solidFill>
                  <a:srgbClr val="FFFFFF"/>
                </a:solidFill>
                <a:latin typeface="Arial"/>
                <a:cs typeface="Arial"/>
              </a:rPr>
              <a:t>Ҳ</a:t>
            </a:r>
            <a:r>
              <a:rPr sz="2900" b="1" spc="-91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36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81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4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6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Б</a:t>
            </a:r>
            <a:r>
              <a:rPr sz="2900" b="1" spc="-985" dirty="0">
                <a:solidFill>
                  <a:srgbClr val="FFFFFF"/>
                </a:solidFill>
                <a:latin typeface="Arial"/>
                <a:cs typeface="Arial"/>
              </a:rPr>
              <a:t>Б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1215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1185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800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6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В</a:t>
            </a:r>
            <a:r>
              <a:rPr sz="2900" b="1" spc="-1030" dirty="0">
                <a:solidFill>
                  <a:srgbClr val="FFFFFF"/>
                </a:solidFill>
                <a:latin typeface="Arial"/>
                <a:cs typeface="Arial"/>
              </a:rPr>
              <a:t>В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7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215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08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91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140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1565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77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215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1185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08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869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5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88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12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ОШИРИШ</a:t>
            </a:r>
            <a:r>
              <a:rPr sz="2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БЎЙИЧА </a:t>
            </a:r>
            <a:r>
              <a:rPr sz="2900" b="1" spc="-227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162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330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1325" dirty="0">
                <a:solidFill>
                  <a:srgbClr val="FFFFFF"/>
                </a:solidFill>
                <a:latin typeface="Arial"/>
                <a:cs typeface="Arial"/>
              </a:rPr>
              <a:t>Ж</a:t>
            </a:r>
            <a:r>
              <a:rPr sz="2900" b="1" spc="-83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45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509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1455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91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22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885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215" dirty="0">
                <a:solidFill>
                  <a:srgbClr val="FFFFFF"/>
                </a:solidFill>
                <a:latin typeface="Arial"/>
                <a:cs typeface="Arial"/>
              </a:rPr>
              <a:t>Б</a:t>
            </a:r>
            <a:r>
              <a:rPr sz="2900" b="1" spc="-192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Ў</a:t>
            </a:r>
            <a:r>
              <a:rPr sz="2900" b="1" spc="-2014" dirty="0">
                <a:solidFill>
                  <a:srgbClr val="FFFFFF"/>
                </a:solidFill>
                <a:latin typeface="Arial"/>
                <a:cs typeface="Arial"/>
              </a:rPr>
              <a:t>Й</a:t>
            </a:r>
            <a:r>
              <a:rPr sz="2900" b="1" spc="-10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200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2900" b="1" spc="-1825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Ч</a:t>
            </a:r>
            <a:r>
              <a:rPr sz="2900" b="1" spc="-24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910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122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90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725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1065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900" b="1" spc="-113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12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93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505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195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209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1515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780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132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614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475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900" b="1" spc="-163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484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475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65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65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47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60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839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900" b="1" spc="-200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720" dirty="0">
                <a:solidFill>
                  <a:srgbClr val="FFFFFF"/>
                </a:solidFill>
                <a:latin typeface="Arial"/>
                <a:cs typeface="Arial"/>
              </a:rPr>
              <a:t>Н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1210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1095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-1035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1110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1170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2900" b="1" spc="-89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2900" b="1" spc="-2050" dirty="0">
                <a:solidFill>
                  <a:srgbClr val="FFFFFF"/>
                </a:solidFill>
                <a:latin typeface="Arial"/>
                <a:cs typeface="Arial"/>
              </a:rPr>
              <a:t>Ш</a:t>
            </a:r>
            <a:r>
              <a:rPr sz="2900" b="1" spc="-7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900" b="1" spc="-2039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900" b="1" spc="85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РИЛ</a:t>
            </a:r>
            <a:r>
              <a:rPr sz="2900" b="1" spc="-200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900" b="1" spc="-5" dirty="0">
                <a:solidFill>
                  <a:srgbClr val="FFFFFF"/>
                </a:solidFill>
                <a:latin typeface="Arial"/>
                <a:cs typeface="Arial"/>
              </a:rPr>
              <a:t>АН</a:t>
            </a:r>
            <a:r>
              <a:rPr sz="2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ИШЛАР</a:t>
            </a:r>
            <a:endParaRPr sz="2900">
              <a:latin typeface="Arial"/>
              <a:cs typeface="Arial"/>
            </a:endParaRPr>
          </a:p>
          <a:p>
            <a:pPr marL="1449705">
              <a:lnSpc>
                <a:spcPts val="1455"/>
              </a:lnSpc>
              <a:spcBef>
                <a:spcPts val="2710"/>
              </a:spcBef>
              <a:tabLst>
                <a:tab pos="3656329" algn="l"/>
                <a:tab pos="7623175" algn="l"/>
                <a:tab pos="10333355" algn="l"/>
                <a:tab pos="13923010" algn="l"/>
              </a:tabLst>
            </a:pPr>
            <a:r>
              <a:rPr sz="2550" spc="150" baseline="-11437" dirty="0">
                <a:solidFill>
                  <a:srgbClr val="4E3F9E"/>
                </a:solidFill>
                <a:latin typeface="Tahoma"/>
                <a:cs typeface="Tahoma"/>
              </a:rPr>
              <a:t>УЧУН</a:t>
            </a:r>
            <a:r>
              <a:rPr sz="2550" spc="97" baseline="-11437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550" b="1" spc="157" baseline="-11437" dirty="0">
                <a:solidFill>
                  <a:srgbClr val="4E3F9E"/>
                </a:solidFill>
                <a:latin typeface="Tahoma"/>
                <a:cs typeface="Tahoma"/>
              </a:rPr>
              <a:t>РЕЖА</a:t>
            </a:r>
            <a:r>
              <a:rPr sz="2550" b="1" baseline="-11437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6750" b="1" baseline="-3086" dirty="0">
                <a:solidFill>
                  <a:srgbClr val="16387F"/>
                </a:solidFill>
                <a:latin typeface="Arial"/>
                <a:cs typeface="Arial"/>
              </a:rPr>
              <a:t>136</a:t>
            </a:r>
            <a:r>
              <a:rPr sz="6750" b="1" spc="127" baseline="-308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6750" b="1" baseline="-3086" dirty="0">
                <a:solidFill>
                  <a:srgbClr val="16387F"/>
                </a:solidFill>
                <a:latin typeface="Arial"/>
                <a:cs typeface="Arial"/>
              </a:rPr>
              <a:t>000</a:t>
            </a:r>
            <a:r>
              <a:rPr sz="6750" b="1" spc="150" baseline="-308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4125" spc="-37" baseline="-5050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4125" baseline="-505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2850" spc="-30" baseline="-30701" dirty="0">
                <a:solidFill>
                  <a:srgbClr val="16387F"/>
                </a:solidFill>
                <a:latin typeface="Microsoft Sans Serif"/>
                <a:cs typeface="Microsoft Sans Serif"/>
              </a:rPr>
              <a:t>Режа</a:t>
            </a:r>
            <a:r>
              <a:rPr sz="2850" baseline="-30701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2325" b="1" baseline="1792" dirty="0">
                <a:solidFill>
                  <a:srgbClr val="4E3F9E"/>
                </a:solidFill>
                <a:latin typeface="Tahoma"/>
                <a:cs typeface="Tahoma"/>
              </a:rPr>
              <a:t>ЎЗИНИ</a:t>
            </a:r>
            <a:r>
              <a:rPr sz="2325" b="1" spc="67" baseline="1792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325" b="1" baseline="1792" dirty="0">
                <a:solidFill>
                  <a:srgbClr val="4E3F9E"/>
                </a:solidFill>
                <a:latin typeface="Tahoma"/>
                <a:cs typeface="Tahoma"/>
              </a:rPr>
              <a:t>ЎЗИ</a:t>
            </a:r>
            <a:r>
              <a:rPr sz="2325" b="1" spc="75" baseline="1792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325" b="1" spc="-30" baseline="1792" dirty="0">
                <a:solidFill>
                  <a:srgbClr val="4E3F9E"/>
                </a:solidFill>
                <a:latin typeface="Tahoma"/>
                <a:cs typeface="Tahoma"/>
              </a:rPr>
              <a:t>БАНД</a:t>
            </a:r>
            <a:r>
              <a:rPr sz="2325" b="1" baseline="1792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550" b="1" spc="-10" dirty="0">
                <a:solidFill>
                  <a:srgbClr val="4E3F9E"/>
                </a:solidFill>
                <a:latin typeface="Tahoma"/>
                <a:cs typeface="Tahoma"/>
              </a:rPr>
              <a:t>ТАДБИРКОРЛИККА</a:t>
            </a:r>
            <a:endParaRPr sz="1550">
              <a:latin typeface="Tahoma"/>
              <a:cs typeface="Tahoma"/>
            </a:endParaRPr>
          </a:p>
          <a:p>
            <a:pPr marL="584835">
              <a:lnSpc>
                <a:spcPts val="555"/>
              </a:lnSpc>
              <a:tabLst>
                <a:tab pos="4413885" algn="l"/>
                <a:tab pos="7621270" algn="l"/>
                <a:tab pos="10972800" algn="l"/>
                <a:tab pos="14222730" algn="l"/>
              </a:tabLst>
            </a:pPr>
            <a:r>
              <a:rPr sz="2550" spc="67" baseline="-31045" dirty="0">
                <a:solidFill>
                  <a:srgbClr val="4E3F9E"/>
                </a:solidFill>
                <a:latin typeface="Tahoma"/>
                <a:cs typeface="Tahoma"/>
              </a:rPr>
              <a:t>АПР</a:t>
            </a:r>
            <a:r>
              <a:rPr sz="2550" spc="-989" baseline="-31045" dirty="0">
                <a:solidFill>
                  <a:srgbClr val="4E3F9E"/>
                </a:solidFill>
                <a:latin typeface="Tahoma"/>
                <a:cs typeface="Tahoma"/>
              </a:rPr>
              <a:t>Е</a:t>
            </a:r>
            <a:r>
              <a:rPr sz="1550" spc="-430" dirty="0">
                <a:solidFill>
                  <a:srgbClr val="16387F"/>
                </a:solidFill>
                <a:latin typeface="Tahoma"/>
                <a:cs typeface="Tahoma"/>
              </a:rPr>
              <a:t>М</a:t>
            </a:r>
            <a:r>
              <a:rPr sz="2550" spc="-982" baseline="-3104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550" spc="-50" dirty="0">
                <a:solidFill>
                  <a:srgbClr val="16387F"/>
                </a:solidFill>
                <a:latin typeface="Tahoma"/>
                <a:cs typeface="Tahoma"/>
              </a:rPr>
              <a:t>а</a:t>
            </a:r>
            <a:r>
              <a:rPr sz="2550" spc="-1289" baseline="-31045" dirty="0">
                <a:solidFill>
                  <a:srgbClr val="4E3F9E"/>
                </a:solidFill>
                <a:latin typeface="Tahoma"/>
                <a:cs typeface="Tahoma"/>
              </a:rPr>
              <a:t>Ь</a:t>
            </a:r>
            <a:r>
              <a:rPr sz="1550" spc="45" dirty="0">
                <a:solidFill>
                  <a:srgbClr val="16387F"/>
                </a:solidFill>
                <a:latin typeface="Tahoma"/>
                <a:cs typeface="Tahoma"/>
              </a:rPr>
              <a:t>ҳ</a:t>
            </a:r>
            <a:r>
              <a:rPr sz="1550" spc="-95" dirty="0">
                <a:solidFill>
                  <a:srgbClr val="16387F"/>
                </a:solidFill>
                <a:latin typeface="Tahoma"/>
                <a:cs typeface="Tahoma"/>
              </a:rPr>
              <a:t>а</a:t>
            </a:r>
            <a:r>
              <a:rPr sz="2550" spc="-675" baseline="-31045" dirty="0">
                <a:solidFill>
                  <a:srgbClr val="4E3F9E"/>
                </a:solidFill>
                <a:latin typeface="Tahoma"/>
                <a:cs typeface="Tahoma"/>
              </a:rPr>
              <a:t>-</a:t>
            </a:r>
            <a:r>
              <a:rPr sz="1550" spc="30" dirty="0">
                <a:solidFill>
                  <a:srgbClr val="16387F"/>
                </a:solidFill>
                <a:latin typeface="Tahoma"/>
                <a:cs typeface="Tahoma"/>
              </a:rPr>
              <a:t>л</a:t>
            </a:r>
            <a:r>
              <a:rPr sz="1550" spc="-640" dirty="0">
                <a:solidFill>
                  <a:srgbClr val="16387F"/>
                </a:solidFill>
                <a:latin typeface="Tahoma"/>
                <a:cs typeface="Tahoma"/>
              </a:rPr>
              <a:t>л</a:t>
            </a:r>
            <a:r>
              <a:rPr sz="2550" spc="-794" baseline="-31045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550" spc="-215" dirty="0">
                <a:solidFill>
                  <a:srgbClr val="16387F"/>
                </a:solidFill>
                <a:latin typeface="Tahoma"/>
                <a:cs typeface="Tahoma"/>
              </a:rPr>
              <a:t>а</a:t>
            </a:r>
            <a:r>
              <a:rPr sz="2550" spc="-1155" baseline="-31045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550" spc="-15" dirty="0">
                <a:solidFill>
                  <a:srgbClr val="16387F"/>
                </a:solidFill>
                <a:latin typeface="Tahoma"/>
                <a:cs typeface="Tahoma"/>
              </a:rPr>
              <a:t>л</a:t>
            </a:r>
            <a:r>
              <a:rPr sz="2550" spc="-1395" baseline="-31045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1550" spc="30" dirty="0">
                <a:solidFill>
                  <a:srgbClr val="16387F"/>
                </a:solidFill>
                <a:latin typeface="Tahoma"/>
                <a:cs typeface="Tahoma"/>
              </a:rPr>
              <a:t>а</a:t>
            </a:r>
            <a:r>
              <a:rPr sz="1550" spc="-670" dirty="0">
                <a:solidFill>
                  <a:srgbClr val="16387F"/>
                </a:solidFill>
                <a:latin typeface="Tahoma"/>
                <a:cs typeface="Tahoma"/>
              </a:rPr>
              <a:t>р</a:t>
            </a:r>
            <a:r>
              <a:rPr sz="2550" spc="44" baseline="-31045" dirty="0">
                <a:solidFill>
                  <a:srgbClr val="4E3F9E"/>
                </a:solidFill>
                <a:latin typeface="Tahoma"/>
                <a:cs typeface="Tahoma"/>
              </a:rPr>
              <a:t>Я</a:t>
            </a:r>
            <a:r>
              <a:rPr sz="2550" spc="-1320" baseline="-31045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1550" spc="30" dirty="0">
                <a:solidFill>
                  <a:srgbClr val="16387F"/>
                </a:solidFill>
                <a:latin typeface="Tahoma"/>
                <a:cs typeface="Tahoma"/>
              </a:rPr>
              <a:t>с</a:t>
            </a:r>
            <a:r>
              <a:rPr sz="1550" spc="-595" dirty="0">
                <a:solidFill>
                  <a:srgbClr val="16387F"/>
                </a:solidFill>
                <a:latin typeface="Tahoma"/>
                <a:cs typeface="Tahoma"/>
              </a:rPr>
              <a:t>о</a:t>
            </a:r>
            <a:r>
              <a:rPr sz="2550" spc="-465" baseline="-31045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550" spc="-505" dirty="0">
                <a:solidFill>
                  <a:srgbClr val="16387F"/>
                </a:solidFill>
                <a:latin typeface="Tahoma"/>
                <a:cs typeface="Tahoma"/>
              </a:rPr>
              <a:t>н</a:t>
            </a:r>
            <a:r>
              <a:rPr sz="2550" spc="-690" baseline="-31045" dirty="0">
                <a:solidFill>
                  <a:srgbClr val="4E3F9E"/>
                </a:solidFill>
                <a:latin typeface="Tahoma"/>
                <a:cs typeface="Tahoma"/>
              </a:rPr>
              <a:t>Ь</a:t>
            </a:r>
            <a:r>
              <a:rPr sz="1550" spc="30" dirty="0">
                <a:solidFill>
                  <a:srgbClr val="16387F"/>
                </a:solidFill>
                <a:latin typeface="Tahoma"/>
                <a:cs typeface="Tahoma"/>
              </a:rPr>
              <a:t>и</a:t>
            </a:r>
            <a:r>
              <a:rPr sz="155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1550" spc="50" dirty="0">
                <a:solidFill>
                  <a:srgbClr val="16387F"/>
                </a:solidFill>
                <a:latin typeface="Tahoma"/>
                <a:cs typeface="Tahoma"/>
              </a:rPr>
              <a:t>Аҳоли</a:t>
            </a:r>
            <a:r>
              <a:rPr sz="1550" spc="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r>
              <a:rPr sz="155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1550" spc="50" dirty="0">
                <a:solidFill>
                  <a:srgbClr val="16387F"/>
                </a:solidFill>
                <a:latin typeface="Tahoma"/>
                <a:cs typeface="Tahoma"/>
              </a:rPr>
              <a:t>Хонадонлар</a:t>
            </a:r>
            <a:r>
              <a:rPr sz="1550" spc="4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r>
              <a:rPr sz="155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1550" spc="50" dirty="0">
                <a:solidFill>
                  <a:srgbClr val="16387F"/>
                </a:solidFill>
                <a:latin typeface="Tahoma"/>
                <a:cs typeface="Tahoma"/>
              </a:rPr>
              <a:t>Камбағал</a:t>
            </a:r>
            <a:r>
              <a:rPr sz="1550" spc="3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50" spc="40" dirty="0">
                <a:solidFill>
                  <a:srgbClr val="16387F"/>
                </a:solidFill>
                <a:latin typeface="Tahoma"/>
                <a:cs typeface="Tahoma"/>
              </a:rPr>
              <a:t>оилалар</a:t>
            </a:r>
            <a:r>
              <a:rPr sz="155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1550" spc="50" dirty="0">
                <a:solidFill>
                  <a:srgbClr val="16387F"/>
                </a:solidFill>
                <a:latin typeface="Tahoma"/>
                <a:cs typeface="Tahoma"/>
              </a:rPr>
              <a:t>Ишсизлар</a:t>
            </a:r>
            <a:r>
              <a:rPr sz="1550" spc="5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endParaRPr sz="1550">
              <a:latin typeface="Tahoma"/>
              <a:cs typeface="Tahoma"/>
            </a:endParaRPr>
          </a:p>
          <a:p>
            <a:pPr marL="454025">
              <a:lnSpc>
                <a:spcPts val="3015"/>
              </a:lnSpc>
              <a:spcBef>
                <a:spcPts val="185"/>
              </a:spcBef>
              <a:tabLst>
                <a:tab pos="4382135" algn="l"/>
                <a:tab pos="7606665" algn="l"/>
                <a:tab pos="10967085" algn="l"/>
                <a:tab pos="14326235" algn="l"/>
              </a:tabLst>
            </a:pPr>
            <a:r>
              <a:rPr sz="2550" spc="172" baseline="4901" dirty="0">
                <a:solidFill>
                  <a:srgbClr val="4E3F9E"/>
                </a:solidFill>
                <a:latin typeface="Tahoma"/>
                <a:cs typeface="Tahoma"/>
              </a:rPr>
              <a:t>ОЙЛ</a:t>
            </a:r>
            <a:r>
              <a:rPr sz="2550" spc="-517" baseline="4901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200" b="1" spc="-1800" baseline="-1984" dirty="0">
                <a:solidFill>
                  <a:srgbClr val="16387F"/>
                </a:solidFill>
                <a:latin typeface="Tahoma"/>
                <a:cs typeface="Tahoma"/>
              </a:rPr>
              <a:t>3</a:t>
            </a:r>
            <a:r>
              <a:rPr sz="2550" spc="172" baseline="4901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550" spc="-1064" baseline="490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4200" b="1" spc="172" baseline="-1984" dirty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sz="4200" b="1" spc="82" baseline="-1984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2850" spc="-37" baseline="-2923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2850" baseline="-2923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4200" b="1" spc="127" baseline="-1984" dirty="0">
                <a:solidFill>
                  <a:srgbClr val="16387F"/>
                </a:solidFill>
                <a:latin typeface="Tahoma"/>
                <a:cs typeface="Tahoma"/>
              </a:rPr>
              <a:t>177</a:t>
            </a:r>
            <a:r>
              <a:rPr sz="4200" b="1" spc="592" baseline="-1984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2850" spc="75" baseline="-2923" dirty="0">
                <a:solidFill>
                  <a:srgbClr val="16387F"/>
                </a:solidFill>
                <a:latin typeface="Tahoma"/>
                <a:cs typeface="Tahoma"/>
              </a:rPr>
              <a:t>минг</a:t>
            </a:r>
            <a:r>
              <a:rPr sz="2850" spc="60" baseline="-2923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2850" spc="-37" baseline="-2923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2850" baseline="-2923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2800" b="1" spc="85" dirty="0">
                <a:solidFill>
                  <a:srgbClr val="16387F"/>
                </a:solidFill>
                <a:latin typeface="Tahoma"/>
                <a:cs typeface="Tahoma"/>
              </a:rPr>
              <a:t>50</a:t>
            </a:r>
            <a:r>
              <a:rPr sz="2800" b="1" spc="-2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900" spc="50" dirty="0">
                <a:solidFill>
                  <a:srgbClr val="16387F"/>
                </a:solidFill>
                <a:latin typeface="Tahoma"/>
                <a:cs typeface="Tahoma"/>
              </a:rPr>
              <a:t>минг</a:t>
            </a:r>
            <a:r>
              <a:rPr sz="1900" spc="4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90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2800" b="1" spc="85" dirty="0">
                <a:solidFill>
                  <a:srgbClr val="16387F"/>
                </a:solidFill>
                <a:latin typeface="Tahoma"/>
                <a:cs typeface="Tahoma"/>
              </a:rPr>
              <a:t>2</a:t>
            </a:r>
            <a:r>
              <a:rPr sz="2800" b="1" spc="5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2800" b="1" spc="85" dirty="0">
                <a:solidFill>
                  <a:srgbClr val="16387F"/>
                </a:solidFill>
                <a:latin typeface="Tahoma"/>
                <a:cs typeface="Tahoma"/>
              </a:rPr>
              <a:t>591</a:t>
            </a:r>
            <a:r>
              <a:rPr sz="2800" b="1" spc="-2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90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sz="2800" b="1" spc="85" dirty="0">
                <a:solidFill>
                  <a:srgbClr val="16387F"/>
                </a:solidFill>
                <a:latin typeface="Tahoma"/>
                <a:cs typeface="Tahoma"/>
              </a:rPr>
              <a:t>799</a:t>
            </a:r>
            <a:r>
              <a:rPr sz="2800" b="1" spc="-229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900">
              <a:latin typeface="Tahoma"/>
              <a:cs typeface="Tahoma"/>
            </a:endParaRPr>
          </a:p>
          <a:p>
            <a:pPr marL="7193280">
              <a:lnSpc>
                <a:spcPts val="1030"/>
              </a:lnSpc>
              <a:tabLst>
                <a:tab pos="10691495" algn="l"/>
                <a:tab pos="14098905" algn="l"/>
              </a:tabLst>
            </a:pPr>
            <a:r>
              <a:rPr sz="2850" spc="-15" baseline="-21929" dirty="0">
                <a:solidFill>
                  <a:srgbClr val="16387F"/>
                </a:solidFill>
                <a:latin typeface="Microsoft Sans Serif"/>
                <a:cs typeface="Microsoft Sans Serif"/>
              </a:rPr>
              <a:t>бажарилиши</a:t>
            </a:r>
            <a:r>
              <a:rPr sz="2850" baseline="-21929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2325" spc="-15" baseline="1792" dirty="0">
                <a:solidFill>
                  <a:srgbClr val="4E3F9E"/>
                </a:solidFill>
                <a:latin typeface="Tahoma"/>
                <a:cs typeface="Tahoma"/>
              </a:rPr>
              <a:t>ҚИЛГАНЛАР</a:t>
            </a:r>
            <a:r>
              <a:rPr sz="2325" baseline="1792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550" dirty="0">
                <a:solidFill>
                  <a:srgbClr val="4E3F9E"/>
                </a:solidFill>
                <a:latin typeface="Tahoma"/>
                <a:cs typeface="Tahoma"/>
              </a:rPr>
              <a:t>ЖАЛБ</a:t>
            </a:r>
            <a:r>
              <a:rPr sz="1550" spc="4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E3F9E"/>
                </a:solidFill>
                <a:latin typeface="Tahoma"/>
                <a:cs typeface="Tahoma"/>
              </a:rPr>
              <a:t>ҚИЛИНГАН</a:t>
            </a:r>
            <a:endParaRPr sz="1550">
              <a:latin typeface="Tahoma"/>
              <a:cs typeface="Tahoma"/>
            </a:endParaRPr>
          </a:p>
          <a:p>
            <a:pPr marL="584835">
              <a:lnSpc>
                <a:spcPts val="2765"/>
              </a:lnSpc>
              <a:tabLst>
                <a:tab pos="7372350" algn="l"/>
                <a:tab pos="9963785" algn="l"/>
              </a:tabLst>
            </a:pPr>
            <a:r>
              <a:rPr sz="2550" spc="150" baseline="-9803" dirty="0">
                <a:solidFill>
                  <a:srgbClr val="4E3F9E"/>
                </a:solidFill>
                <a:latin typeface="Tahoma"/>
                <a:cs typeface="Tahoma"/>
              </a:rPr>
              <a:t>АПРЕЛЬ</a:t>
            </a:r>
            <a:r>
              <a:rPr sz="2550" spc="127" baseline="-9803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550" spc="89" baseline="-9803" dirty="0">
                <a:solidFill>
                  <a:srgbClr val="4E3F9E"/>
                </a:solidFill>
                <a:latin typeface="Tahoma"/>
                <a:cs typeface="Tahoma"/>
              </a:rPr>
              <a:t>-</a:t>
            </a:r>
            <a:r>
              <a:rPr sz="2550" spc="127" baseline="-9803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550" spc="60" baseline="-9803" dirty="0">
                <a:solidFill>
                  <a:srgbClr val="4E3F9E"/>
                </a:solidFill>
                <a:latin typeface="Tahoma"/>
                <a:cs typeface="Tahoma"/>
              </a:rPr>
              <a:t>ОКТ</a:t>
            </a:r>
            <a:r>
              <a:rPr sz="2550" spc="-1237" baseline="-9803" dirty="0">
                <a:solidFill>
                  <a:srgbClr val="4E3F9E"/>
                </a:solidFill>
                <a:latin typeface="Tahoma"/>
                <a:cs typeface="Tahoma"/>
              </a:rPr>
              <a:t>Я</a:t>
            </a:r>
            <a:r>
              <a:rPr sz="2625" b="1" spc="-337" baseline="4761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550" spc="-1095" baseline="-9803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2625" b="1" spc="-547" baseline="4761" dirty="0">
                <a:solidFill>
                  <a:srgbClr val="4E3F9E"/>
                </a:solidFill>
                <a:latin typeface="Tahoma"/>
                <a:cs typeface="Tahoma"/>
              </a:rPr>
              <a:t>Ҳ</a:t>
            </a:r>
            <a:r>
              <a:rPr sz="2550" spc="-810" baseline="-9803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625" b="1" spc="-1042" baseline="4761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2550" spc="-434" baseline="-9803" dirty="0">
                <a:solidFill>
                  <a:srgbClr val="4E3F9E"/>
                </a:solidFill>
                <a:latin typeface="Tahoma"/>
                <a:cs typeface="Tahoma"/>
              </a:rPr>
              <a:t>Ь</a:t>
            </a:r>
            <a:r>
              <a:rPr sz="2625" b="1" spc="60" baseline="4761" dirty="0">
                <a:solidFill>
                  <a:srgbClr val="4E3F9E"/>
                </a:solidFill>
                <a:latin typeface="Tahoma"/>
                <a:cs typeface="Tahoma"/>
              </a:rPr>
              <a:t>ЛИ</a:t>
            </a:r>
            <a:r>
              <a:rPr sz="2625" b="1" spc="52" baseline="4761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625" b="1" spc="-7" baseline="4761" dirty="0">
                <a:solidFill>
                  <a:srgbClr val="4E3F9E"/>
                </a:solidFill>
                <a:latin typeface="Tahoma"/>
                <a:cs typeface="Tahoma"/>
              </a:rPr>
              <a:t>БАН</a:t>
            </a:r>
            <a:r>
              <a:rPr sz="2625" b="1" spc="-855" baseline="4761" dirty="0">
                <a:solidFill>
                  <a:srgbClr val="4E3F9E"/>
                </a:solidFill>
                <a:latin typeface="Tahoma"/>
                <a:cs typeface="Tahoma"/>
              </a:rPr>
              <a:t>Д</a:t>
            </a:r>
            <a:r>
              <a:rPr sz="6750" b="1" spc="-2947" baseline="-26543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sz="2625" b="1" spc="-7" baseline="4761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2625" b="1" spc="-1162" baseline="476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6750" b="1" spc="-2640" baseline="-26543" dirty="0">
                <a:solidFill>
                  <a:srgbClr val="16387F"/>
                </a:solidFill>
                <a:latin typeface="Arial"/>
                <a:cs typeface="Arial"/>
              </a:rPr>
              <a:t>7</a:t>
            </a:r>
            <a:r>
              <a:rPr sz="2625" b="1" spc="-7" baseline="4761" dirty="0">
                <a:solidFill>
                  <a:srgbClr val="4E3F9E"/>
                </a:solidFill>
                <a:latin typeface="Tahoma"/>
                <a:cs typeface="Tahoma"/>
              </a:rPr>
              <a:t>Г</a:t>
            </a:r>
            <a:r>
              <a:rPr sz="2625" b="1" spc="-914" baseline="476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6750" b="1" spc="-2895" baseline="-26543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sz="2625" b="1" spc="-7" baseline="4761" dirty="0">
                <a:solidFill>
                  <a:srgbClr val="4E3F9E"/>
                </a:solidFill>
                <a:latin typeface="Tahoma"/>
                <a:cs typeface="Tahoma"/>
              </a:rPr>
              <a:t>НИ</a:t>
            </a:r>
            <a:r>
              <a:rPr sz="2625" b="1" baseline="4761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6750" b="1" baseline="-26543" dirty="0">
                <a:solidFill>
                  <a:srgbClr val="16387F"/>
                </a:solidFill>
                <a:latin typeface="Arial"/>
                <a:cs typeface="Arial"/>
              </a:rPr>
              <a:t>600</a:t>
            </a:r>
            <a:r>
              <a:rPr sz="6750" b="1" spc="142" baseline="-26543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4125" spc="-37" baseline="-43434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4125" baseline="-43434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5625" b="1" baseline="-25185" dirty="0">
                <a:solidFill>
                  <a:srgbClr val="16387F"/>
                </a:solidFill>
                <a:latin typeface="Arial"/>
                <a:cs typeface="Arial"/>
              </a:rPr>
              <a:t>126</a:t>
            </a:r>
            <a:r>
              <a:rPr sz="5625" b="1" spc="-292" baseline="-2518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850" spc="-75" baseline="-49707" dirty="0">
                <a:solidFill>
                  <a:srgbClr val="16387F"/>
                </a:solidFill>
                <a:latin typeface="Microsoft Sans Serif"/>
                <a:cs typeface="Microsoft Sans Serif"/>
              </a:rPr>
              <a:t>%</a:t>
            </a:r>
            <a:r>
              <a:rPr sz="2850" baseline="-49707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6000" b="1" spc="-3202" baseline="-17361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1750" spc="-45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6000" b="1" spc="-3284" baseline="-17361" dirty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ЗН</a:t>
            </a:r>
            <a:r>
              <a:rPr sz="1750" spc="-890" dirty="0">
                <a:solidFill>
                  <a:srgbClr val="4E3F9E"/>
                </a:solidFill>
                <a:latin typeface="Tahoma"/>
                <a:cs typeface="Tahoma"/>
              </a:rPr>
              <a:t>Е</a:t>
            </a:r>
            <a:r>
              <a:rPr sz="6000" b="1" spc="-2047" baseline="-17361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С</a:t>
            </a:r>
            <a:r>
              <a:rPr sz="1750" spc="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50" spc="-110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6000" b="1" spc="-3195" baseline="-17361" dirty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50" spc="-555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6000" b="1" spc="-2535" baseline="-17361" dirty="0">
                <a:solidFill>
                  <a:srgbClr val="16387F"/>
                </a:solidFill>
                <a:latin typeface="Arial"/>
                <a:cs typeface="Arial"/>
              </a:rPr>
              <a:t>7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50" spc="-375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6000" b="1" spc="-2804" baseline="-17361" dirty="0">
                <a:solidFill>
                  <a:srgbClr val="16387F"/>
                </a:solidFill>
                <a:latin typeface="Arial"/>
                <a:cs typeface="Arial"/>
              </a:rPr>
              <a:t>6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БУС</a:t>
            </a:r>
            <a:r>
              <a:rPr sz="1750" spc="-106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4350" spc="-1095" baseline="-23946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sz="1750" spc="-42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350" spc="-2279" baseline="-23946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РНИ</a:t>
            </a:r>
            <a:r>
              <a:rPr sz="1750" spc="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50" b="1" spc="15" dirty="0">
                <a:solidFill>
                  <a:srgbClr val="4E3F9E"/>
                </a:solidFill>
                <a:latin typeface="Tahoma"/>
                <a:cs typeface="Tahoma"/>
              </a:rPr>
              <a:t>МОЛИЯ</a:t>
            </a:r>
            <a:r>
              <a:rPr sz="1750" b="1" spc="-55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6000" b="1" spc="-2504" baseline="-18055" dirty="0">
                <a:solidFill>
                  <a:srgbClr val="16387F"/>
                </a:solidFill>
                <a:latin typeface="Arial"/>
                <a:cs typeface="Arial"/>
              </a:rPr>
              <a:t>1</a:t>
            </a:r>
            <a:r>
              <a:rPr sz="1750" b="1" spc="1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50" b="1" spc="-1405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6000" b="1" spc="-1252" baseline="-18055" dirty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sz="1750" b="1" spc="15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1750" b="1" spc="-434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6000" b="1" spc="-2692" baseline="-18055" dirty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sz="1750" b="1" spc="15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750" b="1" spc="-680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6000" b="1" spc="-2325" baseline="-18055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1750" b="1" spc="-325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6000" b="1" spc="22" baseline="-18055" dirty="0">
                <a:solidFill>
                  <a:srgbClr val="16387F"/>
                </a:solidFill>
                <a:latin typeface="Arial"/>
                <a:cs typeface="Arial"/>
              </a:rPr>
              <a:t>2</a:t>
            </a:r>
            <a:r>
              <a:rPr sz="6000" b="1" spc="562" baseline="-1805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4350" spc="-37" baseline="-24904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4350" baseline="-24904">
              <a:latin typeface="Microsoft Sans Serif"/>
              <a:cs typeface="Microsoft Sans Serif"/>
            </a:endParaRPr>
          </a:p>
          <a:p>
            <a:pPr marL="4771390">
              <a:lnSpc>
                <a:spcPts val="1045"/>
              </a:lnSpc>
            </a:pPr>
            <a:r>
              <a:rPr sz="1750" spc="-10" dirty="0">
                <a:solidFill>
                  <a:srgbClr val="4E3F9E"/>
                </a:solidFill>
                <a:latin typeface="Tahoma"/>
                <a:cs typeface="Tahoma"/>
              </a:rPr>
              <a:t>ТАЪМИНЛАШ</a:t>
            </a:r>
            <a:endParaRPr sz="1750">
              <a:latin typeface="Tahoma"/>
              <a:cs typeface="Tahoma"/>
            </a:endParaRPr>
          </a:p>
          <a:p>
            <a:pPr marL="607060">
              <a:lnSpc>
                <a:spcPct val="100000"/>
              </a:lnSpc>
              <a:spcBef>
                <a:spcPts val="475"/>
              </a:spcBef>
            </a:pPr>
            <a:r>
              <a:rPr sz="1700" spc="105" dirty="0">
                <a:solidFill>
                  <a:srgbClr val="4E3F9E"/>
                </a:solidFill>
                <a:latin typeface="Tahoma"/>
                <a:cs typeface="Tahoma"/>
              </a:rPr>
              <a:t>ОЙЛАРИ</a:t>
            </a:r>
            <a:r>
              <a:rPr sz="1700" spc="7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spc="114" dirty="0">
                <a:solidFill>
                  <a:srgbClr val="4E3F9E"/>
                </a:solidFill>
                <a:latin typeface="Tahoma"/>
                <a:cs typeface="Tahoma"/>
              </a:rPr>
              <a:t>АМАЛДА</a:t>
            </a:r>
            <a:endParaRPr sz="1700">
              <a:latin typeface="Tahoma"/>
              <a:cs typeface="Tahoma"/>
            </a:endParaRPr>
          </a:p>
          <a:p>
            <a:pPr marL="640715">
              <a:lnSpc>
                <a:spcPct val="100000"/>
              </a:lnSpc>
              <a:spcBef>
                <a:spcPts val="105"/>
              </a:spcBef>
              <a:tabLst>
                <a:tab pos="6043295" algn="l"/>
                <a:tab pos="14093190" algn="l"/>
              </a:tabLst>
            </a:pPr>
            <a:r>
              <a:rPr sz="1400" spc="-35" dirty="0">
                <a:solidFill>
                  <a:srgbClr val="4E3F9E"/>
                </a:solidFill>
                <a:latin typeface="Tahoma"/>
                <a:cs typeface="Tahoma"/>
              </a:rPr>
              <a:t>АПРЕЛЬ</a:t>
            </a:r>
            <a:r>
              <a:rPr sz="1400" spc="-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E3F9E"/>
                </a:solidFill>
                <a:latin typeface="Tahoma"/>
                <a:cs typeface="Tahoma"/>
              </a:rPr>
              <a:t>-</a:t>
            </a:r>
            <a:r>
              <a:rPr sz="1400" spc="-5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3F9E"/>
                </a:solidFill>
                <a:latin typeface="Tahoma"/>
                <a:cs typeface="Tahoma"/>
              </a:rPr>
              <a:t>ОКТЯБРЬ</a:t>
            </a:r>
            <a:r>
              <a:rPr sz="140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2100" spc="-52" baseline="-3968" dirty="0">
                <a:solidFill>
                  <a:srgbClr val="4E3F9E"/>
                </a:solidFill>
                <a:latin typeface="Tahoma"/>
                <a:cs typeface="Tahoma"/>
              </a:rPr>
              <a:t>АПРЕЛЬ</a:t>
            </a:r>
            <a:r>
              <a:rPr sz="2100" spc="-89" baseline="-3968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baseline="-3968" dirty="0">
                <a:solidFill>
                  <a:srgbClr val="4E3F9E"/>
                </a:solidFill>
                <a:latin typeface="Tahoma"/>
                <a:cs typeface="Tahoma"/>
              </a:rPr>
              <a:t>-</a:t>
            </a:r>
            <a:r>
              <a:rPr sz="2100" spc="-82" baseline="-3968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spc="-15" baseline="-3968" dirty="0">
                <a:solidFill>
                  <a:srgbClr val="4E3F9E"/>
                </a:solidFill>
                <a:latin typeface="Tahoma"/>
                <a:cs typeface="Tahoma"/>
              </a:rPr>
              <a:t>ОКТЯБРЬ</a:t>
            </a:r>
            <a:r>
              <a:rPr sz="2100" baseline="-3968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725" b="1" baseline="-45893" dirty="0">
                <a:solidFill>
                  <a:srgbClr val="4E3F9E"/>
                </a:solidFill>
                <a:latin typeface="Tahoma"/>
                <a:cs typeface="Tahoma"/>
              </a:rPr>
              <a:t>КИЧИК</a:t>
            </a:r>
            <a:r>
              <a:rPr sz="1725" b="1" spc="135" baseline="-45893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25" b="1" baseline="-45893" dirty="0">
                <a:solidFill>
                  <a:srgbClr val="4E3F9E"/>
                </a:solidFill>
                <a:latin typeface="Tahoma"/>
                <a:cs typeface="Tahoma"/>
              </a:rPr>
              <a:t>БИЗНЕС</a:t>
            </a:r>
            <a:r>
              <a:rPr sz="1725" b="1" spc="142" baseline="-45893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25" b="1" spc="-37" baseline="-45893" dirty="0">
                <a:solidFill>
                  <a:srgbClr val="4E3F9E"/>
                </a:solidFill>
                <a:latin typeface="Tahoma"/>
                <a:cs typeface="Tahoma"/>
              </a:rPr>
              <a:t>ВА</a:t>
            </a:r>
            <a:endParaRPr sz="1725" baseline="-45893">
              <a:latin typeface="Tahoma"/>
              <a:cs typeface="Tahoma"/>
            </a:endParaRPr>
          </a:p>
          <a:p>
            <a:pPr marL="546735">
              <a:lnSpc>
                <a:spcPts val="885"/>
              </a:lnSpc>
              <a:spcBef>
                <a:spcPts val="285"/>
              </a:spcBef>
              <a:tabLst>
                <a:tab pos="6059170" algn="l"/>
                <a:tab pos="8782050" algn="l"/>
                <a:tab pos="13655675" algn="l"/>
              </a:tabLst>
            </a:pPr>
            <a:r>
              <a:rPr sz="2100" spc="-60" baseline="1984" dirty="0">
                <a:solidFill>
                  <a:srgbClr val="4E3F9E"/>
                </a:solidFill>
                <a:latin typeface="Tahoma"/>
                <a:cs typeface="Tahoma"/>
              </a:rPr>
              <a:t>ОЙЛАРИ</a:t>
            </a:r>
            <a:r>
              <a:rPr sz="2100" spc="-97" baseline="1984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spc="-30" baseline="1984" dirty="0">
                <a:solidFill>
                  <a:srgbClr val="4E3F9E"/>
                </a:solidFill>
                <a:latin typeface="Tahoma"/>
                <a:cs typeface="Tahoma"/>
              </a:rPr>
              <a:t>УЧУН</a:t>
            </a:r>
            <a:r>
              <a:rPr sz="2100" spc="-97" baseline="1984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b="1" spc="-30" baseline="1984" dirty="0">
                <a:solidFill>
                  <a:srgbClr val="4E3F9E"/>
                </a:solidFill>
                <a:latin typeface="Tahoma"/>
                <a:cs typeface="Tahoma"/>
              </a:rPr>
              <a:t>РЕЖА</a:t>
            </a:r>
            <a:r>
              <a:rPr sz="2100" b="1" baseline="1984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2100" spc="-60" baseline="-9920" dirty="0">
                <a:solidFill>
                  <a:srgbClr val="4E3F9E"/>
                </a:solidFill>
                <a:latin typeface="Tahoma"/>
                <a:cs typeface="Tahoma"/>
              </a:rPr>
              <a:t>ОЙЛАРИ</a:t>
            </a:r>
            <a:r>
              <a:rPr sz="2100" spc="-82" baseline="-992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b="1" spc="-15" baseline="-9920" dirty="0">
                <a:solidFill>
                  <a:srgbClr val="4E3F9E"/>
                </a:solidFill>
                <a:latin typeface="Tahoma"/>
                <a:cs typeface="Tahoma"/>
              </a:rPr>
              <a:t>АМАЛДА</a:t>
            </a:r>
            <a:r>
              <a:rPr sz="2100" b="1" baseline="-992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300" dirty="0">
                <a:solidFill>
                  <a:srgbClr val="4E3F9E"/>
                </a:solidFill>
                <a:latin typeface="Tahoma"/>
                <a:cs typeface="Tahoma"/>
              </a:rPr>
              <a:t>МАҲАЛЛАЛАРДА</a:t>
            </a:r>
            <a:r>
              <a:rPr sz="1300" spc="9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4E3F9E"/>
                </a:solidFill>
                <a:latin typeface="Tahoma"/>
                <a:cs typeface="Tahoma"/>
              </a:rPr>
              <a:t>АНИҚЛАНГАН</a:t>
            </a:r>
            <a:r>
              <a:rPr sz="130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725" b="1" baseline="-21739" dirty="0">
                <a:solidFill>
                  <a:srgbClr val="4E3F9E"/>
                </a:solidFill>
                <a:latin typeface="Tahoma"/>
                <a:cs typeface="Tahoma"/>
              </a:rPr>
              <a:t>ОИЛАВИЙ</a:t>
            </a:r>
            <a:r>
              <a:rPr sz="1725" b="1" spc="187" baseline="-21739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25" b="1" spc="-15" baseline="-21739" dirty="0">
                <a:solidFill>
                  <a:srgbClr val="4E3F9E"/>
                </a:solidFill>
                <a:latin typeface="Tahoma"/>
                <a:cs typeface="Tahoma"/>
              </a:rPr>
              <a:t>ТАДБИРКОРЛИКНИ</a:t>
            </a:r>
            <a:endParaRPr sz="1725" baseline="-21739">
              <a:latin typeface="Tahoma"/>
              <a:cs typeface="Tahoma"/>
            </a:endParaRPr>
          </a:p>
          <a:p>
            <a:pPr marL="575310">
              <a:lnSpc>
                <a:spcPts val="3250"/>
              </a:lnSpc>
              <a:tabLst>
                <a:tab pos="9104630" algn="l"/>
                <a:tab pos="11734165" algn="l"/>
                <a:tab pos="13594715" algn="l"/>
              </a:tabLst>
            </a:pPr>
            <a:r>
              <a:rPr sz="5550" b="1" baseline="-16516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5550" b="1" spc="120" baseline="-1651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5550" b="1" spc="-2542" baseline="-16516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225" spc="-30" baseline="1291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3225" spc="-1664" baseline="129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5550" b="1" spc="-1500" baseline="-16516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225" spc="-330" baseline="1291" dirty="0">
                <a:solidFill>
                  <a:srgbClr val="4E3F9E"/>
                </a:solidFill>
                <a:latin typeface="Tahoma"/>
                <a:cs typeface="Tahoma"/>
              </a:rPr>
              <a:t>З</a:t>
            </a:r>
            <a:r>
              <a:rPr sz="5550" b="1" spc="-2857" baseline="-16516" dirty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sz="3225" spc="-30" baseline="1291" dirty="0">
                <a:solidFill>
                  <a:srgbClr val="4E3F9E"/>
                </a:solidFill>
                <a:latin typeface="Tahoma"/>
                <a:cs typeface="Tahoma"/>
              </a:rPr>
              <a:t>НЕ</a:t>
            </a:r>
            <a:r>
              <a:rPr sz="3225" spc="-1695" baseline="1291" dirty="0">
                <a:solidFill>
                  <a:srgbClr val="4E3F9E"/>
                </a:solidFill>
                <a:latin typeface="Tahoma"/>
                <a:cs typeface="Tahoma"/>
              </a:rPr>
              <a:t>С</a:t>
            </a:r>
            <a:r>
              <a:rPr sz="3375" spc="-150" baseline="-27160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sz="3375" spc="-1545" baseline="-27160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r>
              <a:rPr sz="3225" spc="-30" baseline="1291" dirty="0">
                <a:solidFill>
                  <a:srgbClr val="4E3F9E"/>
                </a:solidFill>
                <a:latin typeface="Tahoma"/>
                <a:cs typeface="Tahoma"/>
              </a:rPr>
              <a:t>ТАШАББУСЛАРНИ</a:t>
            </a:r>
            <a:r>
              <a:rPr sz="3225" spc="97" baseline="1291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3225" b="1" spc="-37" baseline="1291" dirty="0">
                <a:solidFill>
                  <a:srgbClr val="4E3F9E"/>
                </a:solidFill>
                <a:latin typeface="Tahoma"/>
                <a:cs typeface="Tahoma"/>
              </a:rPr>
              <a:t>МОЛИЯЛА</a:t>
            </a:r>
            <a:r>
              <a:rPr sz="3225" b="1" spc="-1432" baseline="1291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5550" b="1" spc="-1747" baseline="-17267" dirty="0">
                <a:solidFill>
                  <a:srgbClr val="16387F"/>
                </a:solidFill>
                <a:latin typeface="Arial"/>
                <a:cs typeface="Arial"/>
              </a:rPr>
              <a:t>5</a:t>
            </a:r>
            <a:r>
              <a:rPr sz="3225" b="1" spc="-37" baseline="1291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3225" b="1" spc="-1342" baseline="129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5550" b="1" spc="-1845" baseline="-17267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sz="3225" b="1" spc="-412" baseline="1291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5550" b="1" spc="-2797" baseline="-17267" dirty="0">
                <a:solidFill>
                  <a:srgbClr val="16387F"/>
                </a:solidFill>
                <a:latin typeface="Arial"/>
                <a:cs typeface="Arial"/>
              </a:rPr>
              <a:t>5</a:t>
            </a:r>
            <a:r>
              <a:rPr sz="3225" b="1" spc="-37" baseline="129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3225" b="1" spc="-3390" baseline="1291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5550" b="1" spc="-37" baseline="-17267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sz="5550" b="1" spc="112" baseline="-17267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3375" spc="-37" baseline="-2839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375" baseline="-28395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1950" b="1" spc="22" baseline="32051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1950" b="1" spc="-292" baseline="3205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450" spc="-915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1950" b="1" spc="22" baseline="32051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950" b="1" spc="-1125" baseline="32051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50" spc="-15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950" b="1" spc="-1230" baseline="32051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450" spc="-110" dirty="0">
                <a:solidFill>
                  <a:srgbClr val="4E3F9E"/>
                </a:solidFill>
                <a:latin typeface="Tahoma"/>
                <a:cs typeface="Tahoma"/>
              </a:rPr>
              <a:t>Ҳ</a:t>
            </a:r>
            <a:r>
              <a:rPr sz="1950" b="1" spc="-1305" baseline="32051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450" spc="-5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950" b="1" spc="-1395" baseline="32051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450" spc="-10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950" b="1" spc="-1320" baseline="32051" dirty="0">
                <a:solidFill>
                  <a:srgbClr val="4E3F9E"/>
                </a:solidFill>
                <a:latin typeface="Tahoma"/>
                <a:cs typeface="Tahoma"/>
              </a:rPr>
              <a:t>Й</a:t>
            </a:r>
            <a:r>
              <a:rPr sz="1450" spc="-15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950" b="1" spc="-1237" baseline="32051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450" spc="-9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950" b="1" spc="-1200" baseline="32051" dirty="0">
                <a:solidFill>
                  <a:srgbClr val="4E3F9E"/>
                </a:solidFill>
                <a:latin typeface="Tahoma"/>
                <a:cs typeface="Tahoma"/>
              </a:rPr>
              <a:t>Ҳ</a:t>
            </a:r>
            <a:r>
              <a:rPr sz="1450" spc="-229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950" b="1" spc="-930" baseline="32051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50" spc="-27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950" b="1" spc="-1042" baseline="32051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450" spc="-135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950" b="1" spc="-1080" baseline="32051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50" spc="-305" dirty="0">
                <a:solidFill>
                  <a:srgbClr val="4E3F9E"/>
                </a:solidFill>
                <a:latin typeface="Tahoma"/>
                <a:cs typeface="Tahoma"/>
              </a:rPr>
              <a:t>Д</a:t>
            </a:r>
            <a:r>
              <a:rPr sz="1950" b="1" spc="-750" baseline="32051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50" spc="1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5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725" spc="82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КИЧИК</a:t>
            </a:r>
            <a:r>
              <a:rPr sz="1725" spc="89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725" spc="104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ВА</a:t>
            </a:r>
            <a:r>
              <a:rPr sz="1725" spc="89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725" spc="67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ЎРТА</a:t>
            </a:r>
            <a:r>
              <a:rPr sz="1725" baseline="-3140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725" b="1" spc="-944" baseline="24154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50" b="1" spc="-380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725" b="1" spc="-810" baseline="24154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450" b="1" spc="-590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725" b="1" spc="-367" baseline="24154" dirty="0">
                <a:solidFill>
                  <a:srgbClr val="4E3F9E"/>
                </a:solidFill>
                <a:latin typeface="Tahoma"/>
                <a:cs typeface="Tahoma"/>
              </a:rPr>
              <a:t>В</a:t>
            </a:r>
            <a:r>
              <a:rPr sz="1450" b="1" spc="-810" dirty="0">
                <a:solidFill>
                  <a:srgbClr val="4E3F9E"/>
                </a:solidFill>
                <a:latin typeface="Tahoma"/>
                <a:cs typeface="Tahoma"/>
              </a:rPr>
              <a:t>Ч</a:t>
            </a:r>
            <a:r>
              <a:rPr sz="1725" b="1" spc="-179" baseline="24154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450" b="1" spc="-1030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725" b="1" spc="-352" baseline="24154" dirty="0">
                <a:solidFill>
                  <a:srgbClr val="4E3F9E"/>
                </a:solidFill>
                <a:latin typeface="Tahoma"/>
                <a:cs typeface="Tahoma"/>
              </a:rPr>
              <a:t>Ж</a:t>
            </a:r>
            <a:r>
              <a:rPr sz="1450" b="1" spc="-795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725" b="1" spc="-7" baseline="24154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725" b="1" spc="-772" baseline="24154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50" b="1" spc="-480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1725" b="1" spc="-652" baseline="24154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1450" b="1" spc="-700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725" b="1" spc="-75" baseline="24154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1450" b="1" spc="-894" dirty="0">
                <a:solidFill>
                  <a:srgbClr val="4E3F9E"/>
                </a:solidFill>
                <a:latin typeface="Tahoma"/>
                <a:cs typeface="Tahoma"/>
              </a:rPr>
              <a:t>З</a:t>
            </a:r>
            <a:r>
              <a:rPr sz="1725" b="1" spc="-75" baseline="24154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450" b="1" spc="-1085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1725" b="1" spc="-7" baseline="24154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725" b="1" spc="-937" baseline="24154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450" b="1" spc="-265" dirty="0">
                <a:solidFill>
                  <a:srgbClr val="4E3F9E"/>
                </a:solidFill>
                <a:latin typeface="Tahoma"/>
                <a:cs typeface="Tahoma"/>
              </a:rPr>
              <a:t>Е</a:t>
            </a:r>
            <a:r>
              <a:rPr sz="1725" b="1" spc="-1522" baseline="24154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1450" b="1" spc="-5" dirty="0">
                <a:solidFill>
                  <a:srgbClr val="4E3F9E"/>
                </a:solidFill>
                <a:latin typeface="Tahoma"/>
                <a:cs typeface="Tahoma"/>
              </a:rPr>
              <a:t>С</a:t>
            </a:r>
            <a:r>
              <a:rPr sz="1450" b="1" spc="22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25" spc="-1147" baseline="24154" dirty="0">
                <a:solidFill>
                  <a:srgbClr val="4E3F9E"/>
                </a:solidFill>
                <a:latin typeface="Tahoma"/>
                <a:cs typeface="Tahoma"/>
              </a:rPr>
              <a:t>Д</a:t>
            </a:r>
            <a:r>
              <a:rPr sz="1450" b="1" spc="-170" dirty="0">
                <a:solidFill>
                  <a:srgbClr val="4E3F9E"/>
                </a:solidFill>
                <a:latin typeface="Tahoma"/>
                <a:cs typeface="Tahoma"/>
              </a:rPr>
              <a:t>В</a:t>
            </a:r>
            <a:r>
              <a:rPr sz="1725" spc="-742" baseline="24154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50" b="1" spc="-45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25" spc="30" baseline="24154" dirty="0">
                <a:solidFill>
                  <a:srgbClr val="4E3F9E"/>
                </a:solidFill>
                <a:latin typeface="Tahoma"/>
                <a:cs typeface="Tahoma"/>
              </a:rPr>
              <a:t>СТУРЛАРИ</a:t>
            </a:r>
            <a:endParaRPr sz="1725" baseline="24154">
              <a:latin typeface="Tahoma"/>
              <a:cs typeface="Tahoma"/>
            </a:endParaRPr>
          </a:p>
          <a:p>
            <a:pPr marL="3681729">
              <a:lnSpc>
                <a:spcPts val="1195"/>
              </a:lnSpc>
              <a:tabLst>
                <a:tab pos="9488805" algn="l"/>
                <a:tab pos="11743055" algn="l"/>
                <a:tab pos="13078460" algn="l"/>
              </a:tabLst>
            </a:pPr>
            <a:r>
              <a:rPr sz="2850" spc="-30" baseline="19005" dirty="0">
                <a:solidFill>
                  <a:srgbClr val="16387F"/>
                </a:solidFill>
                <a:latin typeface="Microsoft Sans Serif"/>
                <a:cs typeface="Microsoft Sans Serif"/>
              </a:rPr>
              <a:t>Режа</a:t>
            </a:r>
            <a:r>
              <a:rPr sz="2850" baseline="19005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1450" spc="60" dirty="0">
                <a:solidFill>
                  <a:srgbClr val="4E3F9E"/>
                </a:solidFill>
                <a:latin typeface="Tahoma"/>
                <a:cs typeface="Tahoma"/>
              </a:rPr>
              <a:t>АНИҚЛАНГАН</a:t>
            </a:r>
            <a:r>
              <a:rPr sz="145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725" spc="-15" baseline="-7246" dirty="0">
                <a:solidFill>
                  <a:srgbClr val="4E3F9E"/>
                </a:solidFill>
                <a:latin typeface="Microsoft Sans Serif"/>
                <a:cs typeface="Microsoft Sans Serif"/>
              </a:rPr>
              <a:t>БИЗНЕСГА</a:t>
            </a:r>
            <a:r>
              <a:rPr sz="1725" baseline="-7246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450" b="1" spc="-10" dirty="0">
                <a:solidFill>
                  <a:srgbClr val="4E3F9E"/>
                </a:solidFill>
                <a:latin typeface="Tahoma"/>
                <a:cs typeface="Tahoma"/>
              </a:rPr>
              <a:t>ОИЛАВИЙ</a:t>
            </a:r>
            <a:r>
              <a:rPr sz="1450" b="1" spc="-9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4E3F9E"/>
                </a:solidFill>
                <a:latin typeface="Tahoma"/>
                <a:cs typeface="Tahoma"/>
              </a:rPr>
              <a:t>ТАДБИРКОРЛИКНИ</a:t>
            </a:r>
            <a:endParaRPr sz="1450">
              <a:latin typeface="Tahoma"/>
              <a:cs typeface="Tahoma"/>
            </a:endParaRPr>
          </a:p>
          <a:p>
            <a:pPr marL="430530">
              <a:lnSpc>
                <a:spcPts val="990"/>
              </a:lnSpc>
              <a:tabLst>
                <a:tab pos="4088129" algn="l"/>
                <a:tab pos="5257165" algn="l"/>
                <a:tab pos="8648700" algn="l"/>
                <a:tab pos="11641455" algn="l"/>
              </a:tabLst>
            </a:pPr>
            <a:r>
              <a:rPr sz="2700" b="1" spc="-690" baseline="-46296" dirty="0">
                <a:solidFill>
                  <a:srgbClr val="FFFFFF"/>
                </a:solidFill>
                <a:latin typeface="Arial"/>
                <a:cs typeface="Arial"/>
              </a:rPr>
              <a:t>Ж</a:t>
            </a:r>
            <a:r>
              <a:rPr sz="2100" b="1" spc="-509" baseline="-59523" dirty="0">
                <a:solidFill>
                  <a:srgbClr val="4E3F9E"/>
                </a:solidFill>
                <a:latin typeface="Tahoma"/>
                <a:cs typeface="Tahoma"/>
              </a:rPr>
              <a:t>Ў</a:t>
            </a:r>
            <a:r>
              <a:rPr sz="2700" b="1" spc="-1380" baseline="-46296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100" b="1" spc="67" baseline="-59523" dirty="0">
                <a:solidFill>
                  <a:srgbClr val="4E3F9E"/>
                </a:solidFill>
                <a:latin typeface="Tahoma"/>
                <a:cs typeface="Tahoma"/>
              </a:rPr>
              <a:t>З</a:t>
            </a:r>
            <a:r>
              <a:rPr sz="2100" b="1" spc="-1312" baseline="-59523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2700" b="1" spc="-967" baseline="-46296" dirty="0">
                <a:solidFill>
                  <a:srgbClr val="FFFFFF"/>
                </a:solidFill>
                <a:latin typeface="Arial"/>
                <a:cs typeface="Arial"/>
              </a:rPr>
              <a:t>М</a:t>
            </a:r>
            <a:r>
              <a:rPr sz="2100" b="1" spc="-405" baseline="-59523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2700" b="1" spc="-1485" baseline="-46296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100" b="1" spc="67" baseline="-59523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2100" b="1" spc="44" baseline="-59523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100" b="1" spc="-1080" baseline="-59523" dirty="0">
                <a:solidFill>
                  <a:srgbClr val="4E3F9E"/>
                </a:solidFill>
                <a:latin typeface="Tahoma"/>
                <a:cs typeface="Tahoma"/>
              </a:rPr>
              <a:t>Ў</a:t>
            </a:r>
            <a:r>
              <a:rPr sz="2700" b="1" spc="-914" baseline="-46296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100" b="1" spc="-247" baseline="-59523" dirty="0">
                <a:solidFill>
                  <a:srgbClr val="4E3F9E"/>
                </a:solidFill>
                <a:latin typeface="Tahoma"/>
                <a:cs typeface="Tahoma"/>
              </a:rPr>
              <a:t>З</a:t>
            </a:r>
            <a:r>
              <a:rPr sz="2700" b="1" spc="-2152" baseline="-46296" dirty="0">
                <a:solidFill>
                  <a:srgbClr val="FFFFFF"/>
                </a:solidFill>
                <a:latin typeface="Arial"/>
                <a:cs typeface="Arial"/>
              </a:rPr>
              <a:t>Ж</a:t>
            </a:r>
            <a:r>
              <a:rPr sz="2100" b="1" spc="44" baseline="-59523" dirty="0">
                <a:solidFill>
                  <a:srgbClr val="4E3F9E"/>
                </a:solidFill>
                <a:latin typeface="Tahoma"/>
                <a:cs typeface="Tahoma"/>
              </a:rPr>
              <a:t>И </a:t>
            </a:r>
            <a:r>
              <a:rPr sz="2100" b="1" spc="-1139" baseline="-59523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2700" b="1" spc="-569" baseline="-46296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100" b="1" spc="-839" baseline="-59523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700" b="1" spc="-989" baseline="-46296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2100" b="1" spc="-419" baseline="-59523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2700" b="1" spc="-1064" baseline="-46296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100" b="1" spc="-195" baseline="-59523" dirty="0">
                <a:solidFill>
                  <a:srgbClr val="4E3F9E"/>
                </a:solidFill>
                <a:latin typeface="Tahoma"/>
                <a:cs typeface="Tahoma"/>
              </a:rPr>
              <a:t>Д</a:t>
            </a:r>
            <a:r>
              <a:rPr sz="2700" b="1" spc="120" baseline="-46296" dirty="0">
                <a:solidFill>
                  <a:srgbClr val="FFFFFF"/>
                </a:solidFill>
                <a:latin typeface="Arial"/>
                <a:cs typeface="Arial"/>
              </a:rPr>
              <a:t>ИЛ</a:t>
            </a:r>
            <a:r>
              <a:rPr sz="2700" b="1" spc="-60" baseline="-46296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2700" b="1" spc="120" baseline="-46296" dirty="0">
                <a:solidFill>
                  <a:srgbClr val="FFFFFF"/>
                </a:solidFill>
                <a:latin typeface="Arial"/>
                <a:cs typeface="Arial"/>
              </a:rPr>
              <a:t>АН</a:t>
            </a:r>
            <a:r>
              <a:rPr sz="2700" b="1" baseline="-46296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950" spc="202" baseline="-14957" dirty="0">
                <a:solidFill>
                  <a:srgbClr val="4E3F9E"/>
                </a:solidFill>
                <a:latin typeface="Tahoma"/>
                <a:cs typeface="Tahoma"/>
              </a:rPr>
              <a:t>АВГУСТ</a:t>
            </a:r>
            <a:r>
              <a:rPr sz="1950" baseline="-14957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950" spc="412" baseline="-14957" dirty="0">
                <a:solidFill>
                  <a:srgbClr val="4E3F9E"/>
                </a:solidFill>
                <a:latin typeface="Tahoma"/>
                <a:cs typeface="Tahoma"/>
              </a:rPr>
              <a:t>СЕНТЯ</a:t>
            </a:r>
            <a:r>
              <a:rPr sz="1950" spc="-719" baseline="-14957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2100" b="1" spc="412" baseline="-49603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2100" b="1" spc="-1005" baseline="-49603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950" spc="412" baseline="-14957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950" spc="-615" baseline="-14957" dirty="0">
                <a:solidFill>
                  <a:srgbClr val="4E3F9E"/>
                </a:solidFill>
                <a:latin typeface="Tahoma"/>
                <a:cs typeface="Tahoma"/>
              </a:rPr>
              <a:t>Ь</a:t>
            </a:r>
            <a:r>
              <a:rPr sz="2100" b="1" spc="412" baseline="-49603" dirty="0">
                <a:solidFill>
                  <a:srgbClr val="4E3F9E"/>
                </a:solidFill>
                <a:latin typeface="Tahoma"/>
                <a:cs typeface="Tahoma"/>
              </a:rPr>
              <a:t>ДБИ</a:t>
            </a:r>
            <a:r>
              <a:rPr sz="2100" b="1" spc="277" baseline="-49603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950" spc="-877" baseline="-14957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2100" b="1" spc="412" baseline="-49603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2100" b="1" spc="-1207" baseline="-49603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950" spc="412" baseline="-14957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950" spc="-547" baseline="-14957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2100" b="1" spc="127" baseline="-49603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950" spc="-555" baseline="-14957" dirty="0">
                <a:solidFill>
                  <a:srgbClr val="4E3F9E"/>
                </a:solidFill>
                <a:latin typeface="Tahoma"/>
                <a:cs typeface="Tahoma"/>
              </a:rPr>
              <a:t>Я</a:t>
            </a:r>
            <a:r>
              <a:rPr sz="2100" b="1" spc="-112" baseline="-49603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950" spc="-300" baseline="-14957" dirty="0">
                <a:solidFill>
                  <a:srgbClr val="4E3F9E"/>
                </a:solidFill>
                <a:latin typeface="Tahoma"/>
                <a:cs typeface="Tahoma"/>
              </a:rPr>
              <a:t>Б</a:t>
            </a:r>
            <a:r>
              <a:rPr sz="2100" b="1" spc="-390" baseline="-49603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1950" spc="7" baseline="-14957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100" b="1" spc="-600" baseline="-49603" dirty="0">
                <a:solidFill>
                  <a:srgbClr val="4E3F9E"/>
                </a:solidFill>
                <a:latin typeface="Tahoma"/>
                <a:cs typeface="Tahoma"/>
              </a:rPr>
              <a:t>К</a:t>
            </a:r>
            <a:r>
              <a:rPr sz="1950" spc="135" baseline="-14957" dirty="0">
                <a:solidFill>
                  <a:srgbClr val="4E3F9E"/>
                </a:solidFill>
                <a:latin typeface="Tahoma"/>
                <a:cs typeface="Tahoma"/>
              </a:rPr>
              <a:t>Ь</a:t>
            </a:r>
            <a:r>
              <a:rPr sz="2100" b="1" spc="412" baseline="-49603" dirty="0">
                <a:solidFill>
                  <a:srgbClr val="4E3F9E"/>
                </a:solidFill>
                <a:latin typeface="Tahoma"/>
                <a:cs typeface="Tahoma"/>
              </a:rPr>
              <a:t>КА</a:t>
            </a:r>
            <a:r>
              <a:rPr sz="2100" b="1" baseline="-49603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4275" b="1" spc="89" baseline="11695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4275" b="1" spc="52" baseline="1169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4275" b="1" spc="-997" baseline="11695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1450" b="1" spc="-575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4275" b="1" spc="-1357" baseline="11695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1450" b="1" spc="-175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4275" b="1" spc="-1979" baseline="11695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1450" b="1" spc="50" dirty="0">
                <a:solidFill>
                  <a:srgbClr val="4E3F9E"/>
                </a:solidFill>
                <a:latin typeface="Tahoma"/>
                <a:cs typeface="Tahoma"/>
              </a:rPr>
              <a:t>КРОЛОЙИ</a:t>
            </a:r>
            <a:r>
              <a:rPr sz="1450" b="1" spc="-680" dirty="0">
                <a:solidFill>
                  <a:srgbClr val="4E3F9E"/>
                </a:solidFill>
                <a:latin typeface="Tahoma"/>
                <a:cs typeface="Tahoma"/>
              </a:rPr>
              <a:t>Ҳ</a:t>
            </a:r>
            <a:r>
              <a:rPr sz="4275" b="1" spc="-1192" baseline="9746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1450" b="1" spc="-14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275" b="1" spc="-2017" baseline="9746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1450" b="1" spc="5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450" b="1" spc="-74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275" b="1" spc="75" baseline="9746" dirty="0">
                <a:solidFill>
                  <a:srgbClr val="4E3F9E"/>
                </a:solidFill>
                <a:latin typeface="Arial"/>
                <a:cs typeface="Arial"/>
              </a:rPr>
              <a:t>,</a:t>
            </a:r>
            <a:r>
              <a:rPr sz="4275" b="1" spc="-2279" baseline="9746" dirty="0">
                <a:solidFill>
                  <a:srgbClr val="4E3F9E"/>
                </a:solidFill>
                <a:latin typeface="Arial"/>
                <a:cs typeface="Arial"/>
              </a:rPr>
              <a:t>8</a:t>
            </a:r>
            <a:r>
              <a:rPr sz="1450" b="1" spc="5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50" b="1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725" b="1" spc="-15" baseline="-45893" dirty="0">
                <a:solidFill>
                  <a:srgbClr val="4E3F9E"/>
                </a:solidFill>
                <a:latin typeface="Arial"/>
                <a:cs typeface="Arial"/>
              </a:rPr>
              <a:t>КРЕДИТЛАР</a:t>
            </a:r>
            <a:r>
              <a:rPr sz="1725" b="1" spc="667" baseline="-45893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450" b="1" spc="-180" dirty="0">
                <a:solidFill>
                  <a:srgbClr val="4E3F9E"/>
                </a:solidFill>
                <a:latin typeface="Tahoma"/>
                <a:cs typeface="Tahoma"/>
              </a:rPr>
              <a:t>РИВО</a:t>
            </a:r>
            <a:r>
              <a:rPr sz="1450" b="1" spc="-215" dirty="0">
                <a:solidFill>
                  <a:srgbClr val="4E3F9E"/>
                </a:solidFill>
                <a:latin typeface="Tahoma"/>
                <a:cs typeface="Tahoma"/>
              </a:rPr>
              <a:t>Ж</a:t>
            </a:r>
            <a:r>
              <a:rPr sz="4275" b="1" spc="-2632" baseline="11695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1450" b="1" spc="-18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1450" b="1" spc="-72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275" b="1" spc="-1875" baseline="11695" dirty="0">
                <a:solidFill>
                  <a:srgbClr val="4E3F9E"/>
                </a:solidFill>
                <a:latin typeface="Arial"/>
                <a:cs typeface="Arial"/>
              </a:rPr>
              <a:t>7</a:t>
            </a:r>
            <a:r>
              <a:rPr sz="1450" b="1" spc="-220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4275" b="1" spc="-2625" baseline="11695" dirty="0">
                <a:solidFill>
                  <a:srgbClr val="4E3F9E"/>
                </a:solidFill>
                <a:latin typeface="Arial"/>
                <a:cs typeface="Arial"/>
              </a:rPr>
              <a:t>9</a:t>
            </a:r>
            <a:r>
              <a:rPr sz="1450" b="1" spc="-180" dirty="0">
                <a:solidFill>
                  <a:srgbClr val="4E3F9E"/>
                </a:solidFill>
                <a:latin typeface="Tahoma"/>
                <a:cs typeface="Tahoma"/>
              </a:rPr>
              <a:t>ТИРИШ</a:t>
            </a:r>
            <a:r>
              <a:rPr sz="1450" b="1" spc="-7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450" spc="-114" dirty="0">
                <a:solidFill>
                  <a:srgbClr val="4E3F9E"/>
                </a:solidFill>
                <a:latin typeface="Tahoma"/>
                <a:cs typeface="Tahoma"/>
              </a:rPr>
              <a:t>ДАСТ</a:t>
            </a:r>
            <a:r>
              <a:rPr sz="1450" spc="-915" dirty="0">
                <a:solidFill>
                  <a:srgbClr val="4E3F9E"/>
                </a:solidFill>
                <a:latin typeface="Tahoma"/>
                <a:cs typeface="Tahoma"/>
              </a:rPr>
              <a:t>У</a:t>
            </a:r>
            <a:r>
              <a:rPr sz="4275" b="1" spc="-1455" baseline="10721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1450" spc="-114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50" spc="-102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4275" b="1" spc="-1297" baseline="10721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1450" spc="-21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4275" b="1" spc="-1245" baseline="10721" dirty="0">
                <a:solidFill>
                  <a:srgbClr val="4E3F9E"/>
                </a:solidFill>
                <a:latin typeface="Arial"/>
                <a:cs typeface="Arial"/>
              </a:rPr>
              <a:t>,</a:t>
            </a:r>
            <a:r>
              <a:rPr sz="1450" spc="-17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4275" b="1" spc="-2504" baseline="10721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1450" spc="-114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endParaRPr sz="1450">
              <a:latin typeface="Tahoma"/>
              <a:cs typeface="Tahoma"/>
            </a:endParaRPr>
          </a:p>
          <a:p>
            <a:pPr marR="269875" algn="ctr">
              <a:lnSpc>
                <a:spcPts val="770"/>
              </a:lnSpc>
              <a:tabLst>
                <a:tab pos="8335009" algn="l"/>
              </a:tabLst>
            </a:pPr>
            <a:r>
              <a:rPr sz="1900" spc="-10" dirty="0">
                <a:solidFill>
                  <a:srgbClr val="16387F"/>
                </a:solidFill>
                <a:latin typeface="Microsoft Sans Serif"/>
                <a:cs typeface="Microsoft Sans Serif"/>
              </a:rPr>
              <a:t>бажарилиши</a:t>
            </a:r>
            <a:r>
              <a:rPr sz="19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1725" b="1" spc="-15" baseline="-7246" dirty="0">
                <a:solidFill>
                  <a:srgbClr val="4E3F9E"/>
                </a:solidFill>
                <a:latin typeface="Arial"/>
                <a:cs typeface="Arial"/>
              </a:rPr>
              <a:t>АЖРАТИЛГАН</a:t>
            </a:r>
            <a:endParaRPr sz="1725" baseline="-7246">
              <a:latin typeface="Arial"/>
              <a:cs typeface="Arial"/>
            </a:endParaRPr>
          </a:p>
          <a:p>
            <a:pPr marR="340360" algn="ctr">
              <a:lnSpc>
                <a:spcPts val="1130"/>
              </a:lnSpc>
              <a:tabLst>
                <a:tab pos="2488565" algn="l"/>
                <a:tab pos="5098415" algn="l"/>
                <a:tab pos="7443470" algn="l"/>
                <a:tab pos="9799320" algn="l"/>
                <a:tab pos="11442700" algn="l"/>
                <a:tab pos="12489815" algn="l"/>
                <a:tab pos="13316585" algn="l"/>
              </a:tabLst>
            </a:pPr>
            <a:r>
              <a:rPr sz="2100" spc="-525" baseline="-9920" dirty="0">
                <a:solidFill>
                  <a:srgbClr val="4E3F9E"/>
                </a:solidFill>
                <a:latin typeface="Tahoma"/>
                <a:cs typeface="Tahoma"/>
              </a:rPr>
              <a:t>Қ</a:t>
            </a:r>
            <a:r>
              <a:rPr sz="2700" b="1" spc="-1050" baseline="-21604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2100" spc="-89" baseline="-9920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2700" b="1" spc="-1589" baseline="-21604" dirty="0">
                <a:solidFill>
                  <a:srgbClr val="FFFFFF"/>
                </a:solidFill>
                <a:latin typeface="Arial"/>
                <a:cs typeface="Arial"/>
              </a:rPr>
              <a:t>Р</a:t>
            </a:r>
            <a:r>
              <a:rPr sz="2100" spc="75" baseline="-992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2100" spc="-577" baseline="-9920" dirty="0">
                <a:solidFill>
                  <a:srgbClr val="4E3F9E"/>
                </a:solidFill>
                <a:latin typeface="Tahoma"/>
                <a:cs typeface="Tahoma"/>
              </a:rPr>
              <a:t>Г</a:t>
            </a:r>
            <a:r>
              <a:rPr sz="2700" b="1" spc="-1162" baseline="-21604" dirty="0">
                <a:solidFill>
                  <a:srgbClr val="FFFFFF"/>
                </a:solidFill>
                <a:latin typeface="Arial"/>
                <a:cs typeface="Arial"/>
              </a:rPr>
              <a:t>Е</a:t>
            </a:r>
            <a:r>
              <a:rPr sz="2100" spc="75" baseline="-992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100" spc="-1252" baseline="-9920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2700" b="1" spc="-675" baseline="-21604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2100" spc="-532" baseline="-992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2700" b="1" spc="-1350" baseline="-21604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100" spc="75" baseline="-992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100" spc="-787" baseline="-992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700" b="1" baseline="-21604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2700" b="1" spc="75" baseline="-21604" dirty="0">
                <a:solidFill>
                  <a:srgbClr val="FFFFFF"/>
                </a:solidFill>
                <a:latin typeface="Arial"/>
                <a:cs typeface="Arial"/>
              </a:rPr>
              <a:t>ЛАР</a:t>
            </a:r>
            <a:r>
              <a:rPr sz="2700" b="1" baseline="-216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5625" b="1" spc="-52" baseline="-5925" dirty="0">
                <a:solidFill>
                  <a:srgbClr val="16387F"/>
                </a:solidFill>
                <a:latin typeface="Arial"/>
                <a:cs typeface="Arial"/>
              </a:rPr>
              <a:t>114</a:t>
            </a:r>
            <a:r>
              <a:rPr sz="5625" b="1" spc="-457" baseline="-59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850" spc="-75" baseline="-11695" dirty="0">
                <a:solidFill>
                  <a:srgbClr val="16387F"/>
                </a:solidFill>
                <a:latin typeface="Microsoft Sans Serif"/>
                <a:cs typeface="Microsoft Sans Serif"/>
              </a:rPr>
              <a:t>%</a:t>
            </a:r>
            <a:r>
              <a:rPr sz="2850" baseline="-11695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1400" dirty="0">
                <a:solidFill>
                  <a:srgbClr val="4E3F9E"/>
                </a:solidFill>
                <a:latin typeface="Tahoma"/>
                <a:cs typeface="Tahoma"/>
              </a:rPr>
              <a:t>ЖАЛБ</a:t>
            </a:r>
            <a:r>
              <a:rPr sz="1400" spc="8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E3F9E"/>
                </a:solidFill>
                <a:latin typeface="Tahoma"/>
                <a:cs typeface="Tahoma"/>
              </a:rPr>
              <a:t>ҚИЛИНГАН</a:t>
            </a:r>
            <a:r>
              <a:rPr sz="140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4200" b="1" spc="209" baseline="-27777" dirty="0">
                <a:solidFill>
                  <a:srgbClr val="4E3F9E"/>
                </a:solidFill>
                <a:latin typeface="Arial"/>
                <a:cs typeface="Arial"/>
              </a:rPr>
              <a:t>26</a:t>
            </a:r>
            <a:r>
              <a:rPr sz="4200" b="1" spc="112" baseline="-27777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4200" b="1" spc="-1110" baseline="-27777" dirty="0">
                <a:solidFill>
                  <a:srgbClr val="4E3F9E"/>
                </a:solidFill>
                <a:latin typeface="Arial"/>
                <a:cs typeface="Arial"/>
              </a:rPr>
              <a:t>7</a:t>
            </a:r>
            <a:r>
              <a:rPr sz="2100" spc="-307" baseline="-35714" dirty="0">
                <a:solidFill>
                  <a:srgbClr val="4E3F9E"/>
                </a:solidFill>
                <a:latin typeface="Microsoft Sans Serif"/>
                <a:cs typeface="Microsoft Sans Serif"/>
              </a:rPr>
              <a:t>Я</a:t>
            </a:r>
            <a:r>
              <a:rPr sz="4200" b="1" spc="-2070" baseline="-27777" dirty="0">
                <a:solidFill>
                  <a:srgbClr val="4E3F9E"/>
                </a:solidFill>
                <a:latin typeface="Arial"/>
                <a:cs typeface="Arial"/>
              </a:rPr>
              <a:t>7</a:t>
            </a:r>
            <a:r>
              <a:rPr sz="2100" spc="7" baseline="-35714" dirty="0">
                <a:solidFill>
                  <a:srgbClr val="4E3F9E"/>
                </a:solidFill>
                <a:latin typeface="Microsoft Sans Serif"/>
                <a:cs typeface="Microsoft Sans Serif"/>
              </a:rPr>
              <a:t>нг</a:t>
            </a:r>
            <a:r>
              <a:rPr sz="2100" spc="-862" baseline="-35714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4200" b="1" spc="-1035" baseline="-27777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2100" spc="7" baseline="-35714" dirty="0">
                <a:solidFill>
                  <a:srgbClr val="4E3F9E"/>
                </a:solidFill>
                <a:latin typeface="Microsoft Sans Serif"/>
                <a:cs typeface="Microsoft Sans Serif"/>
              </a:rPr>
              <a:t>иш</a:t>
            </a:r>
            <a:r>
              <a:rPr sz="2100" baseline="-35714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4200" b="1" spc="-37" baseline="-29761" dirty="0">
                <a:solidFill>
                  <a:srgbClr val="4E3F9E"/>
                </a:solidFill>
                <a:latin typeface="Arial"/>
                <a:cs typeface="Arial"/>
              </a:rPr>
              <a:t>581</a:t>
            </a:r>
            <a:r>
              <a:rPr sz="4200" b="1" baseline="-2976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4200" b="1" spc="-262" baseline="-27777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4200" b="1" spc="-120" baseline="-27777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4200" b="1" spc="-37" baseline="-27777" dirty="0">
                <a:solidFill>
                  <a:srgbClr val="4E3F9E"/>
                </a:solidFill>
                <a:latin typeface="Arial"/>
                <a:cs typeface="Arial"/>
              </a:rPr>
              <a:t>789</a:t>
            </a:r>
            <a:r>
              <a:rPr sz="4200" b="1" baseline="-27777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2100" spc="-209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Янги</a:t>
            </a:r>
            <a:r>
              <a:rPr sz="2100" spc="-22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100" spc="-37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иш</a:t>
            </a:r>
            <a:r>
              <a:rPr sz="2100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4200" b="1" spc="-37" baseline="-29761" dirty="0">
                <a:solidFill>
                  <a:srgbClr val="4E3F9E"/>
                </a:solidFill>
                <a:latin typeface="Arial"/>
                <a:cs typeface="Arial"/>
              </a:rPr>
              <a:t>280</a:t>
            </a:r>
            <a:endParaRPr sz="4200" baseline="-29761">
              <a:latin typeface="Arial"/>
              <a:cs typeface="Arial"/>
            </a:endParaRPr>
          </a:p>
          <a:p>
            <a:pPr marL="8714740">
              <a:lnSpc>
                <a:spcPts val="670"/>
              </a:lnSpc>
              <a:tabLst>
                <a:tab pos="10441940" algn="l"/>
                <a:tab pos="13042900" algn="l"/>
                <a:tab pos="14503400" algn="l"/>
              </a:tabLst>
            </a:pPr>
            <a:r>
              <a:rPr sz="1875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1875" spc="-7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875" spc="-15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ЛОЙИҲА</a:t>
            </a:r>
            <a:r>
              <a:rPr sz="1875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250" spc="-10" dirty="0">
                <a:solidFill>
                  <a:srgbClr val="4E3F9E"/>
                </a:solidFill>
                <a:latin typeface="Microsoft Sans Serif"/>
                <a:cs typeface="Microsoft Sans Serif"/>
              </a:rPr>
              <a:t>МЛРД.СЎМ</a:t>
            </a:r>
            <a:r>
              <a:rPr sz="125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875" spc="-254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1875" spc="-52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875" spc="-15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ЛОЙИҲА</a:t>
            </a:r>
            <a:r>
              <a:rPr sz="1875" baseline="2222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250" spc="-40" dirty="0">
                <a:solidFill>
                  <a:srgbClr val="4E3F9E"/>
                </a:solidFill>
                <a:latin typeface="Microsoft Sans Serif"/>
                <a:cs typeface="Microsoft Sans Serif"/>
              </a:rPr>
              <a:t>МЛРД.СЎМ</a:t>
            </a:r>
            <a:endParaRPr sz="1250">
              <a:latin typeface="Microsoft Sans Serif"/>
              <a:cs typeface="Microsoft Sans Serif"/>
            </a:endParaRPr>
          </a:p>
          <a:p>
            <a:pPr marR="428625" algn="ctr">
              <a:lnSpc>
                <a:spcPts val="3275"/>
              </a:lnSpc>
              <a:spcBef>
                <a:spcPts val="1130"/>
              </a:spcBef>
              <a:tabLst>
                <a:tab pos="5532120" algn="l"/>
                <a:tab pos="7968615" algn="l"/>
                <a:tab pos="9434195" algn="l"/>
                <a:tab pos="10998835" algn="l"/>
              </a:tabLst>
            </a:pPr>
            <a:r>
              <a:rPr sz="5925" b="1" baseline="-3516" dirty="0">
                <a:solidFill>
                  <a:srgbClr val="16387F"/>
                </a:solidFill>
                <a:latin typeface="Arial"/>
                <a:cs typeface="Arial"/>
              </a:rPr>
              <a:t>5</a:t>
            </a:r>
            <a:r>
              <a:rPr sz="5925" b="1" spc="179" baseline="-351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5925" b="1" baseline="-3516" dirty="0">
                <a:solidFill>
                  <a:srgbClr val="16387F"/>
                </a:solidFill>
                <a:latin typeface="Arial"/>
                <a:cs typeface="Arial"/>
              </a:rPr>
              <a:t>954</a:t>
            </a:r>
            <a:r>
              <a:rPr sz="5925" b="1" spc="179" baseline="-351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3600" spc="-37" baseline="-5787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600" baseline="-5787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5925" b="1" baseline="-2109" dirty="0">
                <a:solidFill>
                  <a:srgbClr val="16387F"/>
                </a:solidFill>
                <a:latin typeface="Arial"/>
                <a:cs typeface="Arial"/>
              </a:rPr>
              <a:t>690</a:t>
            </a:r>
            <a:r>
              <a:rPr sz="5925" b="1" spc="247" baseline="-2109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3600" spc="-37" baseline="-3472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600" baseline="-3472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2100" spc="82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2100" spc="75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100" spc="7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2100" spc="-622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О</a:t>
            </a:r>
            <a:r>
              <a:rPr sz="2100" spc="-367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2100" spc="-1185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Й</a:t>
            </a:r>
            <a:r>
              <a:rPr sz="2100" spc="7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100" spc="-1080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100" spc="-547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100" spc="-569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н</a:t>
            </a:r>
            <a:r>
              <a:rPr sz="2100" spc="-930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Ҳ</a:t>
            </a:r>
            <a:r>
              <a:rPr sz="2100" spc="-270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2100" spc="-1155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2100" spc="7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ари</a:t>
            </a:r>
            <a:r>
              <a:rPr sz="2100" baseline="21825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5250" b="1" baseline="10317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5250" b="1" spc="-195" baseline="10317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5250" b="1" spc="-157" baseline="10317" dirty="0">
                <a:solidFill>
                  <a:srgbClr val="4E3F9E"/>
                </a:solidFill>
                <a:latin typeface="Arial"/>
                <a:cs typeface="Arial"/>
              </a:rPr>
              <a:t>232</a:t>
            </a:r>
            <a:r>
              <a:rPr sz="5250" b="1" spc="-517" baseline="10317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2250" spc="-37" baseline="24074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2250" baseline="24074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5775" b="1" spc="-209" baseline="23088" dirty="0">
                <a:solidFill>
                  <a:srgbClr val="4E3F9E"/>
                </a:solidFill>
                <a:latin typeface="Arial"/>
                <a:cs typeface="Arial"/>
              </a:rPr>
              <a:t>788,</a:t>
            </a:r>
            <a:r>
              <a:rPr sz="5775" b="1" spc="-3037" baseline="23088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2100" spc="-284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2100" spc="-209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2100" spc="-37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100" spc="-120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ЛОЙИҲА</a:t>
            </a:r>
            <a:r>
              <a:rPr sz="2100" spc="434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100" spc="-157" baseline="23809" dirty="0">
                <a:solidFill>
                  <a:srgbClr val="4E3F9E"/>
                </a:solidFill>
                <a:latin typeface="Microsoft Sans Serif"/>
                <a:cs typeface="Microsoft Sans Serif"/>
              </a:rPr>
              <a:t>ўринлари</a:t>
            </a:r>
            <a:r>
              <a:rPr sz="2100" spc="179" baseline="23809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400" spc="-1195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5250" b="1" spc="-1207" baseline="11111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1400" spc="-409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5250" b="1" spc="-2579" baseline="11111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1400" spc="-190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400" spc="-509" dirty="0">
                <a:solidFill>
                  <a:srgbClr val="4E3F9E"/>
                </a:solidFill>
                <a:latin typeface="Microsoft Sans Serif"/>
                <a:cs typeface="Microsoft Sans Serif"/>
              </a:rPr>
              <a:t>Д</a:t>
            </a:r>
            <a:r>
              <a:rPr sz="5250" b="1" spc="-2467" baseline="11111" dirty="0">
                <a:solidFill>
                  <a:srgbClr val="4E3F9E"/>
                </a:solidFill>
                <a:latin typeface="Arial"/>
                <a:cs typeface="Arial"/>
              </a:rPr>
              <a:t>6</a:t>
            </a:r>
            <a:r>
              <a:rPr sz="1400" spc="-90" dirty="0">
                <a:solidFill>
                  <a:srgbClr val="4E3F9E"/>
                </a:solidFill>
                <a:latin typeface="Microsoft Sans Serif"/>
                <a:cs typeface="Microsoft Sans Serif"/>
              </a:rPr>
              <a:t>.С</a:t>
            </a:r>
            <a:r>
              <a:rPr sz="1400" spc="-440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2250" spc="-952" baseline="25925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400" spc="-825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2250" spc="-135" baseline="2592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endParaRPr sz="2250" baseline="25925">
              <a:latin typeface="Microsoft Sans Serif"/>
              <a:cs typeface="Microsoft Sans Serif"/>
            </a:endParaRPr>
          </a:p>
          <a:p>
            <a:pPr marL="925194">
              <a:lnSpc>
                <a:spcPts val="3375"/>
              </a:lnSpc>
              <a:tabLst>
                <a:tab pos="4063365" algn="l"/>
                <a:tab pos="5373370" algn="l"/>
                <a:tab pos="6682105" algn="l"/>
                <a:tab pos="10586085" algn="l"/>
              </a:tabLst>
            </a:pPr>
            <a:r>
              <a:rPr sz="7800" b="1" spc="682" baseline="-10149" dirty="0">
                <a:solidFill>
                  <a:srgbClr val="4E3F9E"/>
                </a:solidFill>
                <a:latin typeface="Arial"/>
                <a:cs typeface="Arial"/>
              </a:rPr>
              <a:t>22,5</a:t>
            </a:r>
            <a:r>
              <a:rPr sz="7800" b="1" spc="-1312" baseline="-10149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3375" spc="225" baseline="39506" dirty="0">
                <a:solidFill>
                  <a:srgbClr val="4E3F9E"/>
                </a:solidFill>
                <a:latin typeface="Microsoft Sans Serif"/>
                <a:cs typeface="Microsoft Sans Serif"/>
              </a:rPr>
              <a:t>трлн.</a:t>
            </a:r>
            <a:r>
              <a:rPr sz="3375" baseline="39506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3300" b="1" spc="265" dirty="0">
                <a:solidFill>
                  <a:srgbClr val="FFFFFF"/>
                </a:solidFill>
                <a:latin typeface="Arial"/>
                <a:cs typeface="Arial"/>
              </a:rPr>
              <a:t>1,2</a:t>
            </a:r>
            <a:r>
              <a:rPr sz="33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950" b="1" spc="397" baseline="1683" dirty="0">
                <a:solidFill>
                  <a:srgbClr val="FFFFFF"/>
                </a:solidFill>
                <a:latin typeface="Arial"/>
                <a:cs typeface="Arial"/>
              </a:rPr>
              <a:t>1,5</a:t>
            </a:r>
            <a:r>
              <a:rPr sz="4950" b="1" baseline="1683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300" b="1" spc="265" dirty="0">
                <a:solidFill>
                  <a:srgbClr val="FFFFFF"/>
                </a:solidFill>
                <a:latin typeface="Arial"/>
                <a:cs typeface="Arial"/>
              </a:rPr>
              <a:t>1,6</a:t>
            </a:r>
            <a:r>
              <a:rPr sz="33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100" baseline="121031" dirty="0">
                <a:solidFill>
                  <a:srgbClr val="4E3F9E"/>
                </a:solidFill>
                <a:latin typeface="Microsoft Sans Serif"/>
                <a:cs typeface="Microsoft Sans Serif"/>
              </a:rPr>
              <a:t>МЛРД.СЎМ</a:t>
            </a:r>
            <a:r>
              <a:rPr sz="2100" spc="277" baseline="121031" dirty="0">
                <a:solidFill>
                  <a:srgbClr val="4E3F9E"/>
                </a:solidFill>
                <a:latin typeface="Microsoft Sans Serif"/>
                <a:cs typeface="Microsoft Sans Serif"/>
              </a:rPr>
              <a:t>  </a:t>
            </a:r>
            <a:r>
              <a:rPr sz="2175" spc="-37" baseline="99616" dirty="0">
                <a:solidFill>
                  <a:srgbClr val="4E3F9E"/>
                </a:solidFill>
                <a:latin typeface="Microsoft Sans Serif"/>
                <a:cs typeface="Microsoft Sans Serif"/>
              </a:rPr>
              <a:t>МЛРД.СЎМ</a:t>
            </a:r>
            <a:endParaRPr sz="2175" baseline="99616">
              <a:latin typeface="Microsoft Sans Serif"/>
              <a:cs typeface="Microsoft Sans Serif"/>
            </a:endParaRPr>
          </a:p>
          <a:p>
            <a:pPr marL="1314450">
              <a:lnSpc>
                <a:spcPts val="1520"/>
              </a:lnSpc>
              <a:tabLst>
                <a:tab pos="8880475" algn="l"/>
                <a:tab pos="9877425" algn="l"/>
                <a:tab pos="13122910" algn="l"/>
                <a:tab pos="14277340" algn="l"/>
              </a:tabLst>
            </a:pPr>
            <a:r>
              <a:rPr sz="1750" spc="-15" dirty="0">
                <a:solidFill>
                  <a:srgbClr val="4E3F9E"/>
                </a:solidFill>
                <a:latin typeface="Tahoma"/>
                <a:cs typeface="Tahoma"/>
              </a:rPr>
              <a:t>ТАДБИРКОР</a:t>
            </a:r>
            <a:r>
              <a:rPr sz="1750" spc="-109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3375" spc="-412" baseline="12345" dirty="0">
                <a:solidFill>
                  <a:srgbClr val="4E3F9E"/>
                </a:solidFill>
                <a:latin typeface="Microsoft Sans Serif"/>
                <a:cs typeface="Microsoft Sans Serif"/>
              </a:rPr>
              <a:t>с</a:t>
            </a:r>
            <a:r>
              <a:rPr sz="1750" spc="-77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3375" spc="-802" baseline="12345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1750" spc="-365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3375" spc="-1297" baseline="12345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1750" spc="-15" dirty="0">
                <a:solidFill>
                  <a:srgbClr val="4E3F9E"/>
                </a:solidFill>
                <a:latin typeface="Tahoma"/>
                <a:cs typeface="Tahoma"/>
              </a:rPr>
              <a:t>БИЛАН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1750" b="1" spc="-445" dirty="0">
                <a:solidFill>
                  <a:srgbClr val="4E3F9E"/>
                </a:solidFill>
                <a:latin typeface="Tahoma"/>
                <a:cs typeface="Tahoma"/>
              </a:rPr>
              <a:t>У</a:t>
            </a:r>
            <a:r>
              <a:rPr sz="2025" spc="-34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т</a:t>
            </a:r>
            <a:r>
              <a:rPr sz="1750" b="1" spc="-111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2025" spc="-7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р</a:t>
            </a:r>
            <a:r>
              <a:rPr sz="2025" spc="-76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л</a:t>
            </a:r>
            <a:r>
              <a:rPr sz="1750" b="1" spc="-780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2025" spc="-97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н</a:t>
            </a:r>
            <a:r>
              <a:rPr sz="1750" b="1" spc="-1195" dirty="0">
                <a:solidFill>
                  <a:srgbClr val="4E3F9E"/>
                </a:solidFill>
                <a:latin typeface="Tahoma"/>
                <a:cs typeface="Tahoma"/>
              </a:rPr>
              <a:t>Қ</a:t>
            </a:r>
            <a:r>
              <a:rPr sz="202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025" spc="112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25" spc="-569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с</a:t>
            </a:r>
            <a:r>
              <a:rPr sz="1750" b="1" spc="-930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2025" spc="7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ў</a:t>
            </a:r>
            <a:r>
              <a:rPr sz="2025" spc="-1214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м</a:t>
            </a:r>
            <a:r>
              <a:rPr sz="1750" b="1" spc="5" dirty="0">
                <a:solidFill>
                  <a:srgbClr val="4E3F9E"/>
                </a:solidFill>
                <a:latin typeface="Tahoma"/>
                <a:cs typeface="Tahoma"/>
              </a:rPr>
              <a:t>Т </a:t>
            </a:r>
            <a:r>
              <a:rPr sz="1750" b="1" dirty="0">
                <a:solidFill>
                  <a:srgbClr val="4E3F9E"/>
                </a:solidFill>
                <a:latin typeface="Tahoma"/>
                <a:cs typeface="Tahoma"/>
              </a:rPr>
              <a:t>ИН</a:t>
            </a:r>
            <a:r>
              <a:rPr sz="1750" b="1" spc="-540" dirty="0">
                <a:solidFill>
                  <a:srgbClr val="4E3F9E"/>
                </a:solidFill>
                <a:latin typeface="Tahoma"/>
                <a:cs typeface="Tahoma"/>
              </a:rPr>
              <a:t>С</a:t>
            </a:r>
            <a:r>
              <a:rPr sz="2025" spc="-22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т</a:t>
            </a:r>
            <a:r>
              <a:rPr sz="1750" b="1" spc="-919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2025" spc="-7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р</a:t>
            </a:r>
            <a:r>
              <a:rPr sz="2025" spc="-1027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л</a:t>
            </a:r>
            <a:r>
              <a:rPr sz="1750" b="1" spc="-39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025" spc="-622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н</a:t>
            </a:r>
            <a:r>
              <a:rPr sz="1750" b="1" spc="-720" dirty="0">
                <a:solidFill>
                  <a:srgbClr val="4E3F9E"/>
                </a:solidFill>
                <a:latin typeface="Tahoma"/>
                <a:cs typeface="Tahoma"/>
              </a:rPr>
              <a:t>У</a:t>
            </a:r>
            <a:r>
              <a:rPr sz="202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sz="2025" spc="-97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750" b="1" spc="-1435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2025" spc="15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с</a:t>
            </a:r>
            <a:r>
              <a:rPr sz="2025" spc="-112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ў</a:t>
            </a:r>
            <a:r>
              <a:rPr sz="1750" b="1" spc="-990" dirty="0">
                <a:solidFill>
                  <a:srgbClr val="4E3F9E"/>
                </a:solidFill>
                <a:latin typeface="Tahoma"/>
                <a:cs typeface="Tahoma"/>
              </a:rPr>
              <a:t>Е</a:t>
            </a:r>
            <a:r>
              <a:rPr sz="2025" spc="-67" baseline="8230" dirty="0">
                <a:solidFill>
                  <a:srgbClr val="FFFFFF"/>
                </a:solidFill>
                <a:latin typeface="Microsoft Sans Serif"/>
                <a:cs typeface="Microsoft Sans Serif"/>
              </a:rPr>
              <a:t>м</a:t>
            </a:r>
            <a:r>
              <a:rPr sz="1750" b="1" spc="10" dirty="0">
                <a:solidFill>
                  <a:srgbClr val="4E3F9E"/>
                </a:solidFill>
                <a:latin typeface="Tahoma"/>
                <a:cs typeface="Tahoma"/>
              </a:rPr>
              <a:t>НТЛ</a:t>
            </a:r>
            <a:r>
              <a:rPr sz="1750" b="1" spc="-88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025" spc="15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т</a:t>
            </a:r>
            <a:r>
              <a:rPr sz="2025" spc="-877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р</a:t>
            </a:r>
            <a:r>
              <a:rPr sz="1750" b="1" spc="-545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025" spc="-442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л</a:t>
            </a:r>
            <a:r>
              <a:rPr sz="1750" b="1" spc="-1019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2025" spc="15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н.</a:t>
            </a:r>
            <a:r>
              <a:rPr sz="2025" spc="112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25" spc="37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сўм</a:t>
            </a:r>
            <a:r>
              <a:rPr sz="2025" baseline="6172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Янги</a:t>
            </a:r>
            <a:r>
              <a:rPr sz="2400" spc="27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400" spc="37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иш</a:t>
            </a:r>
            <a:r>
              <a:rPr sz="240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750" spc="-229" dirty="0">
                <a:solidFill>
                  <a:srgbClr val="4E3F9E"/>
                </a:solidFill>
                <a:latin typeface="Tahoma"/>
                <a:cs typeface="Tahoma"/>
              </a:rPr>
              <a:t>М</a:t>
            </a:r>
            <a:r>
              <a:rPr sz="5175" b="1" spc="-2535" baseline="-2415" dirty="0">
                <a:solidFill>
                  <a:srgbClr val="4E3F9E"/>
                </a:solidFill>
                <a:latin typeface="Arial"/>
                <a:cs typeface="Arial"/>
              </a:rPr>
              <a:t>6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50" spc="-405" dirty="0">
                <a:solidFill>
                  <a:srgbClr val="4E3F9E"/>
                </a:solidFill>
                <a:latin typeface="Tahoma"/>
                <a:cs typeface="Tahoma"/>
              </a:rPr>
              <a:t>Ҳ</a:t>
            </a:r>
            <a:r>
              <a:rPr sz="5175" b="1" spc="-2287" baseline="-2415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АЛ</a:t>
            </a:r>
            <a:r>
              <a:rPr sz="1750" spc="-90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5175" b="1" spc="-1560" baseline="-2415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750" spc="-1185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5175" b="1" spc="-1139" baseline="-2415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1750" spc="-27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5175" b="1" spc="-2467" baseline="-2415" dirty="0">
                <a:solidFill>
                  <a:srgbClr val="4E3F9E"/>
                </a:solidFill>
                <a:latin typeface="Arial"/>
                <a:cs typeface="Arial"/>
              </a:rPr>
              <a:t>8</a:t>
            </a:r>
            <a:r>
              <a:rPr sz="1750" spc="5" dirty="0">
                <a:solidFill>
                  <a:srgbClr val="4E3F9E"/>
                </a:solidFill>
                <a:latin typeface="Tahoma"/>
                <a:cs typeface="Tahoma"/>
              </a:rPr>
              <a:t>РД</a:t>
            </a:r>
            <a:r>
              <a:rPr sz="1750" spc="-875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250" spc="-75" baseline="-5555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2250" spc="7" baseline="-555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2250" baseline="-5555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240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Янги</a:t>
            </a:r>
            <a:r>
              <a:rPr sz="2400" spc="337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400" spc="6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иш</a:t>
            </a:r>
            <a:r>
              <a:rPr sz="2400" baseline="52083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5175" b="1" spc="142" baseline="-2415" dirty="0">
                <a:solidFill>
                  <a:srgbClr val="4E3F9E"/>
                </a:solidFill>
                <a:latin typeface="Arial"/>
                <a:cs typeface="Arial"/>
              </a:rPr>
              <a:t>8</a:t>
            </a:r>
            <a:r>
              <a:rPr sz="5175" b="1" spc="-284" baseline="-241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750" spc="-800" dirty="0">
                <a:solidFill>
                  <a:srgbClr val="4E3F9E"/>
                </a:solidFill>
                <a:latin typeface="Tahoma"/>
                <a:cs typeface="Tahoma"/>
              </a:rPr>
              <a:t>Э</a:t>
            </a:r>
            <a:r>
              <a:rPr sz="5175" b="1" spc="-1642" baseline="-2415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1750" spc="30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1750" spc="-1019" dirty="0">
                <a:solidFill>
                  <a:srgbClr val="4E3F9E"/>
                </a:solidFill>
                <a:latin typeface="Tahoma"/>
                <a:cs typeface="Tahoma"/>
              </a:rPr>
              <a:t>И</a:t>
            </a:r>
            <a:r>
              <a:rPr sz="5175" b="1" spc="-1320" baseline="-2415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1750" spc="-695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5175" b="1" spc="44" baseline="-2415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5175" b="1" spc="-405" baseline="-241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2250" spc="-37" baseline="-5555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endParaRPr sz="2250" baseline="-5555">
              <a:latin typeface="Microsoft Sans Serif"/>
              <a:cs typeface="Microsoft Sans Serif"/>
            </a:endParaRPr>
          </a:p>
          <a:p>
            <a:pPr marL="8880475">
              <a:lnSpc>
                <a:spcPts val="880"/>
              </a:lnSpc>
              <a:tabLst>
                <a:tab pos="11676380" algn="l"/>
              </a:tabLst>
            </a:pPr>
            <a:r>
              <a:rPr sz="2400" spc="-15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ўринлари</a:t>
            </a:r>
            <a:r>
              <a:rPr sz="2400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750" b="1" spc="10" dirty="0">
                <a:solidFill>
                  <a:srgbClr val="4E3F9E"/>
                </a:solidFill>
                <a:latin typeface="Tahoma"/>
                <a:cs typeface="Tahoma"/>
              </a:rPr>
              <a:t>КУТУБХОНА</a:t>
            </a:r>
            <a:r>
              <a:rPr sz="1750" b="1" spc="-1110" dirty="0">
                <a:solidFill>
                  <a:srgbClr val="4E3F9E"/>
                </a:solidFill>
                <a:latin typeface="Tahoma"/>
                <a:cs typeface="Tahoma"/>
              </a:rPr>
              <a:t>Л</a:t>
            </a:r>
            <a:r>
              <a:rPr sz="2400" spc="15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2400" spc="-944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750" b="1" spc="-53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400" spc="-577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1750" b="1" spc="-75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400" spc="15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н</a:t>
            </a:r>
            <a:r>
              <a:rPr sz="2400" spc="-900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1750" spc="-375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2400" spc="-787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750" spc="-490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400" spc="-622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750" spc="-1220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2400" spc="15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400" spc="112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750" spc="-25" dirty="0">
                <a:solidFill>
                  <a:srgbClr val="4E3F9E"/>
                </a:solidFill>
                <a:latin typeface="Tahoma"/>
                <a:cs typeface="Tahoma"/>
              </a:rPr>
              <a:t>КИЛ</a:t>
            </a:r>
            <a:endParaRPr sz="1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750">
              <a:latin typeface="Tahoma"/>
              <a:cs typeface="Tahoma"/>
            </a:endParaRPr>
          </a:p>
          <a:p>
            <a:pPr marL="868044">
              <a:lnSpc>
                <a:spcPct val="100000"/>
              </a:lnSpc>
            </a:pP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ТАДБИРКОРЛАР</a:t>
            </a:r>
            <a:r>
              <a:rPr sz="195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БИЛАН</a:t>
            </a:r>
            <a:r>
              <a:rPr sz="1950" spc="10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dirty="0">
                <a:solidFill>
                  <a:srgbClr val="4E3F9E"/>
                </a:solidFill>
                <a:latin typeface="Tahoma"/>
                <a:cs typeface="Tahoma"/>
              </a:rPr>
              <a:t>МУЛОҚОТ</a:t>
            </a:r>
            <a:r>
              <a:rPr sz="1950" b="1" spc="10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dirty="0">
                <a:solidFill>
                  <a:srgbClr val="4E3F9E"/>
                </a:solidFill>
                <a:latin typeface="Tahoma"/>
                <a:cs typeface="Tahoma"/>
              </a:rPr>
              <a:t>ИНСТРУМЕНТЛАРИ</a:t>
            </a:r>
            <a:r>
              <a:rPr sz="1950" b="1" spc="11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(Микролойиҳалар</a:t>
            </a:r>
            <a:r>
              <a:rPr sz="195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ярмаркаси,</a:t>
            </a:r>
            <a:r>
              <a:rPr sz="195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Очиқ</a:t>
            </a:r>
            <a:r>
              <a:rPr sz="1950" spc="11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эшиклар</a:t>
            </a:r>
            <a:r>
              <a:rPr sz="195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куни,</a:t>
            </a:r>
            <a:r>
              <a:rPr sz="195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Тематик</a:t>
            </a:r>
            <a:r>
              <a:rPr sz="1950" spc="11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4E3F9E"/>
                </a:solidFill>
                <a:latin typeface="Tahoma"/>
                <a:cs typeface="Tahoma"/>
              </a:rPr>
              <a:t>учрашувлар)</a:t>
            </a:r>
            <a:endParaRPr sz="1950">
              <a:latin typeface="Tahoma"/>
              <a:cs typeface="Tahoma"/>
            </a:endParaRPr>
          </a:p>
          <a:p>
            <a:pPr marL="283845" marR="292735" indent="-68580" algn="ctr">
              <a:lnSpc>
                <a:spcPct val="78400"/>
              </a:lnSpc>
              <a:spcBef>
                <a:spcPts val="655"/>
              </a:spcBef>
              <a:tabLst>
                <a:tab pos="1799589" algn="l"/>
                <a:tab pos="1945639" algn="l"/>
                <a:tab pos="2040889" algn="l"/>
                <a:tab pos="3404870" algn="l"/>
                <a:tab pos="3451225" algn="l"/>
                <a:tab pos="3590290" algn="l"/>
                <a:tab pos="4544695" algn="l"/>
                <a:tab pos="4935855" algn="l"/>
                <a:tab pos="5104130" algn="l"/>
                <a:tab pos="6553200" algn="l"/>
                <a:tab pos="6767195" algn="l"/>
                <a:tab pos="8794115" algn="l"/>
                <a:tab pos="8825230" algn="l"/>
                <a:tab pos="9023985" algn="l"/>
                <a:tab pos="11832590" algn="l"/>
                <a:tab pos="12097385" algn="l"/>
                <a:tab pos="13274675" algn="l"/>
                <a:tab pos="14441805" algn="l"/>
              </a:tabLst>
            </a:pPr>
            <a:r>
              <a:rPr sz="2100" spc="-15" baseline="-17857" dirty="0">
                <a:solidFill>
                  <a:srgbClr val="4E3F9E"/>
                </a:solidFill>
                <a:latin typeface="Microsoft Sans Serif"/>
                <a:cs typeface="Microsoft Sans Serif"/>
              </a:rPr>
              <a:t>Ўтказилган</a:t>
            </a:r>
            <a:r>
              <a:rPr sz="2100" baseline="-17857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1400" spc="-10" dirty="0">
                <a:solidFill>
                  <a:srgbClr val="4E3F9E"/>
                </a:solidFill>
                <a:latin typeface="Microsoft Sans Serif"/>
                <a:cs typeface="Microsoft Sans Serif"/>
              </a:rPr>
              <a:t>Қамраб</a:t>
            </a:r>
            <a:r>
              <a:rPr sz="1400" dirty="0">
                <a:solidFill>
                  <a:srgbClr val="4E3F9E"/>
                </a:solidFill>
                <a:latin typeface="Microsoft Sans Serif"/>
                <a:cs typeface="Microsoft Sans Serif"/>
              </a:rPr>
              <a:t>			</a:t>
            </a:r>
            <a:r>
              <a:rPr sz="2100" spc="-30" baseline="-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Жами</a:t>
            </a:r>
            <a:r>
              <a:rPr sz="2100" baseline="-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2100" spc="-15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2100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2100" spc="-15" baseline="-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Яратилган</a:t>
            </a:r>
            <a:r>
              <a:rPr sz="2100" baseline="-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2625" baseline="1587" dirty="0">
                <a:solidFill>
                  <a:srgbClr val="4E3F9E"/>
                </a:solidFill>
                <a:latin typeface="Microsoft Sans Serif"/>
                <a:cs typeface="Microsoft Sans Serif"/>
              </a:rPr>
              <a:t>Ташкил</a:t>
            </a:r>
            <a:r>
              <a:rPr sz="2625" spc="450" baseline="1587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625" spc="60" baseline="1587" dirty="0">
                <a:solidFill>
                  <a:srgbClr val="4E3F9E"/>
                </a:solidFill>
                <a:latin typeface="Microsoft Sans Serif"/>
                <a:cs typeface="Microsoft Sans Serif"/>
              </a:rPr>
              <a:t>этилган</a:t>
            </a:r>
            <a:r>
              <a:rPr sz="2625" baseline="1587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750" spc="-10" dirty="0">
                <a:solidFill>
                  <a:srgbClr val="4E3F9E"/>
                </a:solidFill>
                <a:latin typeface="Microsoft Sans Serif"/>
                <a:cs typeface="Microsoft Sans Serif"/>
              </a:rPr>
              <a:t>Китоблар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1750" spc="-459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2625" spc="60" baseline="1587" dirty="0">
                <a:solidFill>
                  <a:srgbClr val="4E3F9E"/>
                </a:solidFill>
                <a:latin typeface="Microsoft Sans Serif"/>
                <a:cs typeface="Microsoft Sans Serif"/>
              </a:rPr>
              <a:t>Ҳомийлик </a:t>
            </a:r>
            <a:r>
              <a:rPr sz="2100" spc="-15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учрашувлар</a:t>
            </a:r>
            <a:r>
              <a:rPr sz="2100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2100" spc="-75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2100" baseline="-33730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2100" spc="-15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олинган</a:t>
            </a:r>
            <a:r>
              <a:rPr sz="2100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400" spc="-10" dirty="0">
                <a:solidFill>
                  <a:srgbClr val="4E3F9E"/>
                </a:solidFill>
                <a:latin typeface="Microsoft Sans Serif"/>
                <a:cs typeface="Microsoft Sans Serif"/>
              </a:rPr>
              <a:t>мурожаатлар</a:t>
            </a:r>
            <a:r>
              <a:rPr sz="1400" dirty="0">
                <a:solidFill>
                  <a:srgbClr val="4E3F9E"/>
                </a:solidFill>
                <a:latin typeface="Microsoft Sans Serif"/>
                <a:cs typeface="Microsoft Sans Serif"/>
              </a:rPr>
              <a:t>			</a:t>
            </a:r>
            <a:r>
              <a:rPr sz="2100" spc="-15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кредитлар</a:t>
            </a:r>
            <a:r>
              <a:rPr sz="2100" baseline="-13888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1400" spc="-20" dirty="0">
                <a:solidFill>
                  <a:srgbClr val="4E3F9E"/>
                </a:solidFill>
                <a:latin typeface="Microsoft Sans Serif"/>
                <a:cs typeface="Microsoft Sans Serif"/>
              </a:rPr>
              <a:t>янги</a:t>
            </a:r>
            <a:r>
              <a:rPr sz="1400" spc="-65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иш</a:t>
            </a:r>
            <a:r>
              <a:rPr sz="1400" dirty="0">
                <a:solidFill>
                  <a:srgbClr val="4E3F9E"/>
                </a:solidFill>
                <a:latin typeface="Microsoft Sans Serif"/>
                <a:cs typeface="Microsoft Sans Serif"/>
              </a:rPr>
              <a:t>			</a:t>
            </a:r>
            <a:r>
              <a:rPr sz="2625" spc="60" baseline="4761" dirty="0">
                <a:solidFill>
                  <a:srgbClr val="4E3F9E"/>
                </a:solidFill>
                <a:latin typeface="Microsoft Sans Serif"/>
                <a:cs typeface="Microsoft Sans Serif"/>
              </a:rPr>
              <a:t>кутубхоналар</a:t>
            </a:r>
            <a:r>
              <a:rPr sz="2625" baseline="4761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2625" spc="97" baseline="6349" dirty="0">
                <a:solidFill>
                  <a:srgbClr val="4E3F9E"/>
                </a:solidFill>
                <a:latin typeface="Microsoft Sans Serif"/>
                <a:cs typeface="Microsoft Sans Serif"/>
              </a:rPr>
              <a:t>фонди</a:t>
            </a:r>
            <a:r>
              <a:rPr sz="2625" baseline="6349" dirty="0">
                <a:solidFill>
                  <a:srgbClr val="4E3F9E"/>
                </a:solidFill>
                <a:latin typeface="Microsoft Sans Serif"/>
                <a:cs typeface="Microsoft Sans Serif"/>
              </a:rPr>
              <a:t>		</a:t>
            </a:r>
            <a:r>
              <a:rPr sz="2625" spc="67" baseline="4761" dirty="0">
                <a:solidFill>
                  <a:srgbClr val="4E3F9E"/>
                </a:solidFill>
                <a:latin typeface="Microsoft Sans Serif"/>
                <a:cs typeface="Microsoft Sans Serif"/>
              </a:rPr>
              <a:t>маблағлари </a:t>
            </a:r>
            <a:r>
              <a:rPr sz="2100" spc="127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с</a:t>
            </a:r>
            <a:r>
              <a:rPr sz="2100" spc="-7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о</a:t>
            </a:r>
            <a:r>
              <a:rPr sz="2400" spc="-1200" baseline="1736" dirty="0">
                <a:solidFill>
                  <a:srgbClr val="4E3F9E"/>
                </a:solidFill>
                <a:latin typeface="Tahoma"/>
                <a:cs typeface="Tahoma"/>
              </a:rPr>
              <a:t>Ў</a:t>
            </a:r>
            <a:r>
              <a:rPr sz="2100" spc="104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н</a:t>
            </a:r>
            <a:r>
              <a:rPr sz="2100" spc="-825" baseline="1984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400" spc="104" baseline="1736" dirty="0">
                <a:solidFill>
                  <a:srgbClr val="4E3F9E"/>
                </a:solidFill>
                <a:latin typeface="Tahoma"/>
                <a:cs typeface="Tahoma"/>
              </a:rPr>
              <a:t>ТКАЗИЛГ</a:t>
            </a:r>
            <a:r>
              <a:rPr sz="2400" spc="-390" baseline="1736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100" spc="-547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2400" spc="-944" baseline="1736" dirty="0">
                <a:solidFill>
                  <a:srgbClr val="4E3F9E"/>
                </a:solidFill>
                <a:latin typeface="Tahoma"/>
                <a:cs typeface="Tahoma"/>
              </a:rPr>
              <a:t>Н</a:t>
            </a:r>
            <a:r>
              <a:rPr sz="2100" spc="104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д</a:t>
            </a:r>
            <a:r>
              <a:rPr sz="2100" spc="-352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б</a:t>
            </a:r>
            <a:r>
              <a:rPr sz="2400" spc="-892" baseline="1736" dirty="0">
                <a:solidFill>
                  <a:srgbClr val="4E3F9E"/>
                </a:solidFill>
                <a:latin typeface="Tahoma"/>
                <a:cs typeface="Tahoma"/>
              </a:rPr>
              <a:t>У</a:t>
            </a:r>
            <a:r>
              <a:rPr sz="2100" spc="7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400" spc="-1350" baseline="1736" dirty="0">
                <a:solidFill>
                  <a:srgbClr val="4E3F9E"/>
                </a:solidFill>
                <a:latin typeface="Tahoma"/>
                <a:cs typeface="Tahoma"/>
              </a:rPr>
              <a:t>Ч</a:t>
            </a:r>
            <a:r>
              <a:rPr sz="2100" spc="104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100" spc="-457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к</a:t>
            </a:r>
            <a:r>
              <a:rPr sz="2400" spc="-772" baseline="1736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2100" spc="-112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о</a:t>
            </a:r>
            <a:r>
              <a:rPr sz="2400" spc="-1162" baseline="1736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2100" spc="22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100" spc="-825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2400" spc="-1335" baseline="1736" dirty="0">
                <a:solidFill>
                  <a:srgbClr val="4E3F9E"/>
                </a:solidFill>
                <a:latin typeface="Tahoma"/>
                <a:cs typeface="Tahoma"/>
              </a:rPr>
              <a:t>Ш</a:t>
            </a:r>
            <a:r>
              <a:rPr sz="2100" spc="104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2100" spc="-667" baseline="19841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400" spc="104" baseline="1736" dirty="0">
                <a:solidFill>
                  <a:srgbClr val="4E3F9E"/>
                </a:solidFill>
                <a:latin typeface="Tahoma"/>
                <a:cs typeface="Tahoma"/>
              </a:rPr>
              <a:t>УВЛАР</a:t>
            </a:r>
            <a:r>
              <a:rPr sz="2400" baseline="1736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400" spc="-20" dirty="0">
                <a:solidFill>
                  <a:srgbClr val="4E3F9E"/>
                </a:solidFill>
                <a:latin typeface="Microsoft Sans Serif"/>
                <a:cs typeface="Microsoft Sans Serif"/>
              </a:rPr>
              <a:t>сони</a:t>
            </a:r>
            <a:r>
              <a:rPr sz="140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2400" spc="-15" baseline="5208" dirty="0">
                <a:solidFill>
                  <a:srgbClr val="4E3F9E"/>
                </a:solidFill>
                <a:latin typeface="Tahoma"/>
                <a:cs typeface="Tahoma"/>
              </a:rPr>
              <a:t>КЕЛИБ</a:t>
            </a:r>
            <a:r>
              <a:rPr sz="2400" spc="-150" baseline="5208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30" baseline="5208" dirty="0">
                <a:solidFill>
                  <a:srgbClr val="4E3F9E"/>
                </a:solidFill>
                <a:latin typeface="Tahoma"/>
                <a:cs typeface="Tahoma"/>
              </a:rPr>
              <a:t>ТУШГАН</a:t>
            </a:r>
            <a:r>
              <a:rPr sz="2400" spc="-150" baseline="5208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37" baseline="5208" dirty="0">
                <a:solidFill>
                  <a:srgbClr val="4E3F9E"/>
                </a:solidFill>
                <a:latin typeface="Tahoma"/>
                <a:cs typeface="Tahoma"/>
              </a:rPr>
              <a:t>МУ</a:t>
            </a:r>
            <a:r>
              <a:rPr sz="2400" spc="-382" baseline="5208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r>
              <a:rPr sz="1400" spc="-505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2400" spc="-1057" baseline="5208" dirty="0">
                <a:solidFill>
                  <a:srgbClr val="4E3F9E"/>
                </a:solidFill>
                <a:latin typeface="Tahoma"/>
                <a:cs typeface="Tahoma"/>
              </a:rPr>
              <a:t>О</a:t>
            </a:r>
            <a:r>
              <a:rPr sz="1400" spc="-135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400" spc="-2032" baseline="5208" dirty="0">
                <a:solidFill>
                  <a:srgbClr val="4E3F9E"/>
                </a:solidFill>
                <a:latin typeface="Tahoma"/>
                <a:cs typeface="Tahoma"/>
              </a:rPr>
              <a:t>Ж</a:t>
            </a:r>
            <a:r>
              <a:rPr sz="140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1400" spc="-245" dirty="0">
                <a:solidFill>
                  <a:srgbClr val="4E3F9E"/>
                </a:solidFill>
                <a:latin typeface="Microsoft Sans Serif"/>
                <a:cs typeface="Microsoft Sans Serif"/>
              </a:rPr>
              <a:t>н</a:t>
            </a:r>
            <a:r>
              <a:rPr sz="2400" spc="-1177" baseline="5208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00" spc="-90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2400" spc="-1410" baseline="5208" dirty="0">
                <a:solidFill>
                  <a:srgbClr val="4E3F9E"/>
                </a:solidFill>
                <a:latin typeface="Tahoma"/>
                <a:cs typeface="Tahoma"/>
              </a:rPr>
              <a:t>А</a:t>
            </a:r>
            <a:r>
              <a:rPr sz="140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400" spc="-680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2400" spc="-494" baseline="5208" dirty="0">
                <a:solidFill>
                  <a:srgbClr val="4E3F9E"/>
                </a:solidFill>
                <a:latin typeface="Tahoma"/>
                <a:cs typeface="Tahoma"/>
              </a:rPr>
              <a:t>Т</a:t>
            </a:r>
            <a:r>
              <a:rPr sz="1400" spc="-515" dirty="0">
                <a:solidFill>
                  <a:srgbClr val="4E3F9E"/>
                </a:solidFill>
                <a:latin typeface="Microsoft Sans Serif"/>
                <a:cs typeface="Microsoft Sans Serif"/>
              </a:rPr>
              <a:t>и</a:t>
            </a:r>
            <a:r>
              <a:rPr sz="2400" spc="-37" baseline="5208" dirty="0">
                <a:solidFill>
                  <a:srgbClr val="4E3F9E"/>
                </a:solidFill>
                <a:latin typeface="Tahoma"/>
                <a:cs typeface="Tahoma"/>
              </a:rPr>
              <a:t>ЛАР</a:t>
            </a:r>
            <a:r>
              <a:rPr sz="2400" baseline="5208" dirty="0">
                <a:solidFill>
                  <a:srgbClr val="4E3F9E"/>
                </a:solidFill>
                <a:latin typeface="Tahoma"/>
                <a:cs typeface="Tahoma"/>
              </a:rPr>
              <a:t>		</a:t>
            </a:r>
            <a:r>
              <a:rPr sz="2400" spc="-15" baseline="10416" dirty="0">
                <a:solidFill>
                  <a:srgbClr val="4E3F9E"/>
                </a:solidFill>
                <a:latin typeface="Tahoma"/>
                <a:cs typeface="Tahoma"/>
              </a:rPr>
              <a:t>АЖРАТИЛГАН</a:t>
            </a:r>
            <a:r>
              <a:rPr sz="2400" spc="-165" baseline="10416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15" baseline="10416" dirty="0">
                <a:solidFill>
                  <a:srgbClr val="4E3F9E"/>
                </a:solidFill>
                <a:latin typeface="Tahoma"/>
                <a:cs typeface="Tahoma"/>
              </a:rPr>
              <a:t>КРЕДИТЛАР</a:t>
            </a:r>
            <a:r>
              <a:rPr sz="2400" baseline="10416" dirty="0">
                <a:solidFill>
                  <a:srgbClr val="4E3F9E"/>
                </a:solidFill>
                <a:latin typeface="Tahoma"/>
                <a:cs typeface="Tahoma"/>
              </a:rPr>
              <a:t>			</a:t>
            </a:r>
            <a:r>
              <a:rPr sz="2400" baseline="19097" dirty="0">
                <a:solidFill>
                  <a:srgbClr val="4E3F9E"/>
                </a:solidFill>
                <a:latin typeface="Tahoma"/>
                <a:cs typeface="Tahoma"/>
              </a:rPr>
              <a:t>ЯНГИ</a:t>
            </a:r>
            <a:r>
              <a:rPr sz="2400" spc="52" baseline="19097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baseline="19097" dirty="0">
                <a:solidFill>
                  <a:srgbClr val="4E3F9E"/>
                </a:solidFill>
                <a:latin typeface="Tahoma"/>
                <a:cs typeface="Tahoma"/>
              </a:rPr>
              <a:t>ИШ</a:t>
            </a:r>
            <a:r>
              <a:rPr sz="2400" spc="60" baseline="19097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15" baseline="19097" dirty="0">
                <a:solidFill>
                  <a:srgbClr val="4E3F9E"/>
                </a:solidFill>
                <a:latin typeface="Tahoma"/>
                <a:cs typeface="Tahoma"/>
              </a:rPr>
              <a:t>ЎРИНЛАРИ</a:t>
            </a:r>
            <a:endParaRPr sz="2400" baseline="19097">
              <a:latin typeface="Tahoma"/>
              <a:cs typeface="Tahoma"/>
            </a:endParaRPr>
          </a:p>
          <a:p>
            <a:pPr marL="455295">
              <a:lnSpc>
                <a:spcPts val="409"/>
              </a:lnSpc>
              <a:tabLst>
                <a:tab pos="1383665" algn="l"/>
                <a:tab pos="3536950" algn="l"/>
                <a:tab pos="5008880" algn="l"/>
                <a:tab pos="5619750" algn="l"/>
                <a:tab pos="9095740" algn="l"/>
                <a:tab pos="11612880" algn="l"/>
                <a:tab pos="13546455" algn="l"/>
              </a:tabLst>
            </a:pPr>
            <a:r>
              <a:rPr sz="3900" b="1" spc="-97" baseline="2136" dirty="0">
                <a:solidFill>
                  <a:srgbClr val="16387F"/>
                </a:solidFill>
                <a:latin typeface="Arial"/>
                <a:cs typeface="Arial"/>
              </a:rPr>
              <a:t>65</a:t>
            </a:r>
            <a:r>
              <a:rPr sz="3900" b="1" spc="-359" baseline="2136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625" spc="-37" baseline="3174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625" baseline="3174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7800" b="1" spc="-52" baseline="-11752" dirty="0">
                <a:solidFill>
                  <a:srgbClr val="4E3F9E"/>
                </a:solidFill>
                <a:latin typeface="Arial"/>
                <a:cs typeface="Arial"/>
              </a:rPr>
              <a:t>8</a:t>
            </a:r>
            <a:r>
              <a:rPr sz="7800" b="1" spc="-1552" baseline="-11752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2600" b="1" spc="-470" dirty="0">
                <a:solidFill>
                  <a:srgbClr val="16387F"/>
                </a:solidFill>
                <a:latin typeface="Arial"/>
                <a:cs typeface="Arial"/>
              </a:rPr>
              <a:t>6</a:t>
            </a:r>
            <a:r>
              <a:rPr sz="7800" b="1" spc="-3772" baseline="-11752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2600" b="1" spc="-35" dirty="0">
                <a:solidFill>
                  <a:srgbClr val="16387F"/>
                </a:solidFill>
                <a:latin typeface="Arial"/>
                <a:cs typeface="Arial"/>
              </a:rPr>
              <a:t>45</a:t>
            </a:r>
            <a:r>
              <a:rPr sz="2600" b="1" spc="-25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750" spc="-68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sz="3375" spc="-660" baseline="-2716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750" spc="-610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r>
              <a:rPr sz="3375" spc="-37" baseline="-27160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3375" baseline="-2716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3900" b="1" spc="-97" baseline="1068" dirty="0">
                <a:solidFill>
                  <a:srgbClr val="16387F"/>
                </a:solidFill>
                <a:latin typeface="Arial"/>
                <a:cs typeface="Arial"/>
              </a:rPr>
              <a:t>61</a:t>
            </a:r>
            <a:r>
              <a:rPr sz="3900" b="1" spc="-359" baseline="1068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625" spc="-37" baseline="1587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625" baseline="1587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3900" b="1" spc="-75" baseline="4273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900" b="1" spc="-757" baseline="4273" dirty="0">
                <a:solidFill>
                  <a:srgbClr val="16387F"/>
                </a:solidFill>
                <a:latin typeface="Arial"/>
                <a:cs typeface="Arial"/>
              </a:rPr>
              <a:t>,</a:t>
            </a:r>
            <a:r>
              <a:rPr sz="7800" b="1" spc="-3765" baseline="-10683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3900" b="1" spc="-75" baseline="4273" dirty="0">
                <a:solidFill>
                  <a:srgbClr val="16387F"/>
                </a:solidFill>
                <a:latin typeface="Arial"/>
                <a:cs typeface="Arial"/>
              </a:rPr>
              <a:t>8</a:t>
            </a:r>
            <a:r>
              <a:rPr sz="3900" b="1" baseline="4273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875" spc="-22" baseline="57777" dirty="0">
                <a:solidFill>
                  <a:srgbClr val="16387F"/>
                </a:solidFill>
                <a:latin typeface="Microsoft Sans Serif"/>
                <a:cs typeface="Microsoft Sans Serif"/>
              </a:rPr>
              <a:t>м</a:t>
            </a:r>
            <a:r>
              <a:rPr sz="1875" spc="-630" baseline="57777" dirty="0">
                <a:solidFill>
                  <a:srgbClr val="16387F"/>
                </a:solidFill>
                <a:latin typeface="Microsoft Sans Serif"/>
                <a:cs typeface="Microsoft Sans Serif"/>
              </a:rPr>
              <a:t>л</a:t>
            </a:r>
            <a:r>
              <a:rPr sz="7800" b="1" spc="-3757" baseline="-10683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1875" spc="-75" baseline="57777" dirty="0">
                <a:solidFill>
                  <a:srgbClr val="16387F"/>
                </a:solidFill>
                <a:latin typeface="Microsoft Sans Serif"/>
                <a:cs typeface="Microsoft Sans Serif"/>
              </a:rPr>
              <a:t>р</a:t>
            </a:r>
            <a:r>
              <a:rPr sz="1875" spc="-22" baseline="57777" dirty="0">
                <a:solidFill>
                  <a:srgbClr val="16387F"/>
                </a:solidFill>
                <a:latin typeface="Microsoft Sans Serif"/>
                <a:cs typeface="Microsoft Sans Serif"/>
              </a:rPr>
              <a:t>д.</a:t>
            </a:r>
            <a:r>
              <a:rPr sz="1875" spc="652" baseline="57777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sz="7800" b="1" spc="-60" baseline="-10683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7800" b="1" spc="-3600" baseline="-10683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3900" b="1" spc="-60" baseline="1068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900" b="1" spc="-15" baseline="1068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3900" b="1" spc="-352" baseline="1068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375" spc="-1305" baseline="-24691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3900" b="1" spc="-967" baseline="1068" dirty="0">
                <a:solidFill>
                  <a:srgbClr val="16387F"/>
                </a:solidFill>
                <a:latin typeface="Arial"/>
                <a:cs typeface="Arial"/>
              </a:rPr>
              <a:t>4</a:t>
            </a:r>
            <a:r>
              <a:rPr sz="3375" spc="-1042" baseline="-24691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3900" b="1" spc="-44" baseline="1068" dirty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sz="3900" b="1" spc="-359" baseline="1068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625" spc="-37" baseline="1587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625" baseline="1587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8250" b="1" spc="-2145" baseline="-11111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6000" b="1" spc="-900" baseline="7638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8250" b="1" spc="-2362" baseline="-11111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2625" spc="37" baseline="1746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2625" spc="-615" baseline="17460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8250" b="1" spc="135" baseline="-11111" dirty="0">
                <a:solidFill>
                  <a:srgbClr val="4E3F9E"/>
                </a:solidFill>
                <a:latin typeface="Arial"/>
                <a:cs typeface="Arial"/>
              </a:rPr>
              <a:t>,1</a:t>
            </a:r>
            <a:r>
              <a:rPr sz="8250" b="1" spc="-1342" baseline="-11111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3600" spc="-15" baseline="32407" dirty="0">
                <a:solidFill>
                  <a:srgbClr val="4E3F9E"/>
                </a:solidFill>
                <a:latin typeface="Microsoft Sans Serif"/>
                <a:cs typeface="Microsoft Sans Serif"/>
              </a:rPr>
              <a:t>трлн.</a:t>
            </a:r>
            <a:r>
              <a:rPr sz="3600" baseline="32407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6000" b="1" spc="165" baseline="6250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6000" b="1" spc="67" baseline="625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6000" b="1" spc="165" baseline="6250" dirty="0">
                <a:solidFill>
                  <a:srgbClr val="4E3F9E"/>
                </a:solidFill>
                <a:latin typeface="Arial"/>
                <a:cs typeface="Arial"/>
              </a:rPr>
              <a:t>000</a:t>
            </a:r>
            <a:r>
              <a:rPr sz="6000" b="1" spc="-472" baseline="625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2625" spc="-37" baseline="14285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2625" baseline="14285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7800" b="1" spc="-52" baseline="-12820" dirty="0">
                <a:solidFill>
                  <a:srgbClr val="4E3F9E"/>
                </a:solidFill>
                <a:latin typeface="Arial"/>
                <a:cs typeface="Arial"/>
              </a:rPr>
              <a:t>12</a:t>
            </a:r>
            <a:r>
              <a:rPr sz="7800" b="1" spc="-667" baseline="-128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6000" b="1" spc="-2707" baseline="9027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7800" b="1" spc="-1455" baseline="-12820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6000" b="1" spc="-1964" baseline="9027" dirty="0">
                <a:solidFill>
                  <a:srgbClr val="4E3F9E"/>
                </a:solidFill>
                <a:latin typeface="Arial"/>
                <a:cs typeface="Arial"/>
              </a:rPr>
              <a:t>6</a:t>
            </a:r>
            <a:r>
              <a:rPr sz="7800" b="1" spc="-2257" baseline="-12820" dirty="0">
                <a:solidFill>
                  <a:srgbClr val="4E3F9E"/>
                </a:solidFill>
                <a:latin typeface="Arial"/>
                <a:cs typeface="Arial"/>
              </a:rPr>
              <a:t>4</a:t>
            </a:r>
            <a:r>
              <a:rPr sz="6000" b="1" spc="-1214" baseline="9027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7800" b="1" spc="-2054" baseline="-12820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2250" spc="7" baseline="22222" dirty="0">
                <a:solidFill>
                  <a:srgbClr val="4E3F9E"/>
                </a:solidFill>
                <a:latin typeface="Microsoft Sans Serif"/>
                <a:cs typeface="Microsoft Sans Serif"/>
              </a:rPr>
              <a:t>СЎ</a:t>
            </a:r>
            <a:r>
              <a:rPr sz="2250" spc="-1635" baseline="22222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3375" spc="-37" baseline="-29629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3375" spc="7" baseline="-29629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endParaRPr sz="3375" baseline="-29629">
              <a:latin typeface="Microsoft Sans Serif"/>
              <a:cs typeface="Microsoft Sans Serif"/>
            </a:endParaRPr>
          </a:p>
          <a:p>
            <a:pPr marR="182245" algn="r">
              <a:lnSpc>
                <a:spcPts val="615"/>
              </a:lnSpc>
            </a:pPr>
            <a:r>
              <a:rPr sz="1500" spc="-20" dirty="0">
                <a:solidFill>
                  <a:srgbClr val="4E3F9E"/>
                </a:solidFill>
                <a:latin typeface="Microsoft Sans Serif"/>
                <a:cs typeface="Microsoft Sans Serif"/>
              </a:rPr>
              <a:t>МЛН.</a:t>
            </a:r>
            <a:endParaRPr sz="1500">
              <a:latin typeface="Microsoft Sans Serif"/>
              <a:cs typeface="Microsoft Sans Serif"/>
            </a:endParaRPr>
          </a:p>
          <a:p>
            <a:pPr marL="732155" algn="ctr">
              <a:lnSpc>
                <a:spcPts val="2690"/>
              </a:lnSpc>
              <a:tabLst>
                <a:tab pos="5737860" algn="l"/>
              </a:tabLst>
            </a:pPr>
            <a:r>
              <a:rPr sz="125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сўм</a:t>
            </a:r>
            <a:r>
              <a:rPr sz="125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sz="3600" spc="37" baseline="-24305" dirty="0">
                <a:solidFill>
                  <a:srgbClr val="4E3F9E"/>
                </a:solidFill>
                <a:latin typeface="Microsoft Sans Serif"/>
                <a:cs typeface="Microsoft Sans Serif"/>
              </a:rPr>
              <a:t>сўм</a:t>
            </a:r>
            <a:endParaRPr sz="3600" baseline="-24305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222240">
              <a:lnSpc>
                <a:spcPct val="100000"/>
              </a:lnSpc>
            </a:pP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950" spc="7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950" spc="7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950" spc="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(ноябрь-декабрь)</a:t>
            </a:r>
            <a:r>
              <a:rPr sz="1950" spc="2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950" b="1" spc="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НАТИЖАЛАР</a:t>
            </a:r>
            <a:endParaRPr sz="1950">
              <a:latin typeface="Tahoma"/>
              <a:cs typeface="Tahoma"/>
            </a:endParaRPr>
          </a:p>
          <a:p>
            <a:pPr marR="58419" algn="ctr">
              <a:lnSpc>
                <a:spcPts val="1770"/>
              </a:lnSpc>
              <a:spcBef>
                <a:spcPts val="2315"/>
              </a:spcBef>
              <a:tabLst>
                <a:tab pos="4149090" algn="l"/>
                <a:tab pos="8125459" algn="l"/>
                <a:tab pos="12274550" algn="l"/>
              </a:tabLst>
            </a:pPr>
            <a:r>
              <a:rPr sz="1600" spc="40" dirty="0">
                <a:solidFill>
                  <a:srgbClr val="4E3F9E"/>
                </a:solidFill>
                <a:latin typeface="Tahoma"/>
                <a:cs typeface="Tahoma"/>
              </a:rPr>
              <a:t>МИКРОЛОЙИҲАЛАР</a:t>
            </a:r>
            <a:r>
              <a:rPr sz="160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1600" spc="-10" dirty="0">
                <a:solidFill>
                  <a:srgbClr val="4E3F9E"/>
                </a:solidFill>
                <a:latin typeface="Tahoma"/>
                <a:cs typeface="Tahoma"/>
              </a:rPr>
              <a:t>УЧРАШУВЛАР</a:t>
            </a:r>
            <a:r>
              <a:rPr sz="1600" dirty="0">
                <a:solidFill>
                  <a:srgbClr val="4E3F9E"/>
                </a:solidFill>
                <a:latin typeface="Tahoma"/>
                <a:cs typeface="Tahoma"/>
              </a:rPr>
              <a:t>	</a:t>
            </a:r>
            <a:r>
              <a:rPr sz="2400" spc="-30" baseline="-3472" dirty="0">
                <a:solidFill>
                  <a:srgbClr val="4E3F9E"/>
                </a:solidFill>
                <a:latin typeface="Tahoma"/>
                <a:cs typeface="Tahoma"/>
              </a:rPr>
              <a:t>КРЕДИТ</a:t>
            </a:r>
            <a:r>
              <a:rPr sz="2400" spc="-89" baseline="-3472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15" baseline="-3472" dirty="0">
                <a:solidFill>
                  <a:srgbClr val="4E3F9E"/>
                </a:solidFill>
                <a:latin typeface="Tahoma"/>
                <a:cs typeface="Tahoma"/>
              </a:rPr>
              <a:t>АЖРАТИШ</a:t>
            </a:r>
            <a:r>
              <a:rPr sz="2400" baseline="-3472" dirty="0">
                <a:solidFill>
                  <a:srgbClr val="4E3F9E"/>
                </a:solidFill>
                <a:latin typeface="Tahoma"/>
                <a:cs typeface="Tahoma"/>
              </a:rPr>
              <a:t>	ЯНГИ</a:t>
            </a:r>
            <a:r>
              <a:rPr sz="2400" spc="67" baseline="-3472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baseline="-3472" dirty="0">
                <a:solidFill>
                  <a:srgbClr val="4E3F9E"/>
                </a:solidFill>
                <a:latin typeface="Tahoma"/>
                <a:cs typeface="Tahoma"/>
              </a:rPr>
              <a:t>ИШ</a:t>
            </a:r>
            <a:r>
              <a:rPr sz="2400" spc="75" baseline="-3472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2400" spc="-30" baseline="-3472" dirty="0">
                <a:solidFill>
                  <a:srgbClr val="4E3F9E"/>
                </a:solidFill>
                <a:latin typeface="Tahoma"/>
                <a:cs typeface="Tahoma"/>
              </a:rPr>
              <a:t>ЎРНИ</a:t>
            </a:r>
            <a:endParaRPr sz="2400" baseline="-3472">
              <a:latin typeface="Tahoma"/>
              <a:cs typeface="Tahoma"/>
            </a:endParaRPr>
          </a:p>
          <a:p>
            <a:pPr marL="1091565">
              <a:lnSpc>
                <a:spcPts val="4710"/>
              </a:lnSpc>
              <a:tabLst>
                <a:tab pos="2467610" algn="l"/>
                <a:tab pos="5253355" algn="l"/>
                <a:tab pos="9282430" algn="l"/>
                <a:tab pos="13346430" algn="l"/>
              </a:tabLst>
            </a:pPr>
            <a:r>
              <a:rPr sz="4050" b="1" spc="-2280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4050" b="1" spc="-15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4050" b="1" spc="-1150" dirty="0">
                <a:solidFill>
                  <a:srgbClr val="4E3F9E"/>
                </a:solidFill>
                <a:latin typeface="Arial"/>
                <a:cs typeface="Arial"/>
              </a:rPr>
              <a:t>455</a:t>
            </a:r>
            <a:r>
              <a:rPr sz="4050" b="1" spc="-380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1750" spc="-735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4050" b="1" spc="-1614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1750" spc="-1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175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4050" b="1" spc="-2275" dirty="0">
                <a:solidFill>
                  <a:srgbClr val="4E3F9E"/>
                </a:solidFill>
                <a:latin typeface="Arial"/>
                <a:cs typeface="Arial"/>
              </a:rPr>
              <a:t>8</a:t>
            </a:r>
            <a:r>
              <a:rPr sz="4050" b="1" spc="-10" dirty="0">
                <a:solidFill>
                  <a:srgbClr val="4E3F9E"/>
                </a:solidFill>
                <a:latin typeface="Arial"/>
                <a:cs typeface="Arial"/>
              </a:rPr>
              <a:t>9</a:t>
            </a:r>
            <a:r>
              <a:rPr sz="4050" b="1" spc="-1505" dirty="0">
                <a:solidFill>
                  <a:srgbClr val="4E3F9E"/>
                </a:solidFill>
                <a:latin typeface="Arial"/>
                <a:cs typeface="Arial"/>
              </a:rPr>
              <a:t>6</a:t>
            </a:r>
            <a:r>
              <a:rPr sz="1750" spc="-7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750" spc="3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750" spc="-7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750" spc="-10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4050" b="1" spc="-2285" dirty="0">
                <a:solidFill>
                  <a:srgbClr val="4E3F9E"/>
                </a:solidFill>
                <a:latin typeface="Arial"/>
                <a:cs typeface="Arial"/>
              </a:rPr>
              <a:t>2</a:t>
            </a:r>
            <a:r>
              <a:rPr sz="4050" b="1" spc="-20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4050" b="1" spc="-1155" dirty="0">
                <a:solidFill>
                  <a:srgbClr val="4E3F9E"/>
                </a:solidFill>
                <a:latin typeface="Arial"/>
                <a:cs typeface="Arial"/>
              </a:rPr>
              <a:t>,55</a:t>
            </a:r>
            <a:r>
              <a:rPr sz="4050" b="1" spc="-20" dirty="0">
                <a:solidFill>
                  <a:srgbClr val="4E3F9E"/>
                </a:solidFill>
                <a:latin typeface="Arial"/>
                <a:cs typeface="Arial"/>
              </a:rPr>
              <a:t>,</a:t>
            </a:r>
            <a:r>
              <a:rPr sz="4050" b="1" spc="-1515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1750" spc="-20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750" spc="-120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750" spc="-1175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1750" spc="-420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1750" spc="-894" dirty="0">
                <a:solidFill>
                  <a:srgbClr val="4E3F9E"/>
                </a:solidFill>
                <a:latin typeface="Microsoft Sans Serif"/>
                <a:cs typeface="Microsoft Sans Serif"/>
              </a:rPr>
              <a:t>Н</a:t>
            </a:r>
            <a:r>
              <a:rPr sz="1750" spc="-330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1750" spc="-229" dirty="0">
                <a:solidFill>
                  <a:srgbClr val="4E3F9E"/>
                </a:solidFill>
                <a:latin typeface="Microsoft Sans Serif"/>
                <a:cs typeface="Microsoft Sans Serif"/>
              </a:rPr>
              <a:t>.</a:t>
            </a:r>
            <a:r>
              <a:rPr sz="1750" spc="-500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750" spc="-935" dirty="0">
                <a:solidFill>
                  <a:srgbClr val="4E3F9E"/>
                </a:solidFill>
                <a:latin typeface="Microsoft Sans Serif"/>
                <a:cs typeface="Microsoft Sans Serif"/>
              </a:rPr>
              <a:t>С</a:t>
            </a:r>
            <a:r>
              <a:rPr sz="1750" spc="-345" dirty="0">
                <a:solidFill>
                  <a:srgbClr val="4E3F9E"/>
                </a:solidFill>
                <a:latin typeface="Microsoft Sans Serif"/>
                <a:cs typeface="Microsoft Sans Serif"/>
              </a:rPr>
              <a:t>Д</a:t>
            </a:r>
            <a:r>
              <a:rPr sz="1750" spc="-869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1750" spc="-20" dirty="0">
                <a:solidFill>
                  <a:srgbClr val="4E3F9E"/>
                </a:solidFill>
                <a:latin typeface="Microsoft Sans Serif"/>
                <a:cs typeface="Microsoft Sans Serif"/>
              </a:rPr>
              <a:t>.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750" spc="-1355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175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СЎМ</a:t>
            </a:r>
            <a:r>
              <a:rPr sz="1750" dirty="0">
                <a:solidFill>
                  <a:srgbClr val="4E3F9E"/>
                </a:solidFill>
                <a:latin typeface="Microsoft Sans Serif"/>
                <a:cs typeface="Microsoft Sans Serif"/>
              </a:rPr>
              <a:t>	</a:t>
            </a:r>
            <a:r>
              <a:rPr sz="4050" b="1" spc="-2280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4050" b="1" spc="-15" dirty="0">
                <a:solidFill>
                  <a:srgbClr val="4E3F9E"/>
                </a:solidFill>
                <a:latin typeface="Arial"/>
                <a:cs typeface="Arial"/>
              </a:rPr>
              <a:t>3</a:t>
            </a:r>
            <a:r>
              <a:rPr sz="4050" b="1" spc="-1150" dirty="0">
                <a:solidFill>
                  <a:srgbClr val="4E3F9E"/>
                </a:solidFill>
                <a:latin typeface="Arial"/>
                <a:cs typeface="Arial"/>
              </a:rPr>
              <a:t>5</a:t>
            </a:r>
            <a:r>
              <a:rPr sz="4050" b="1" spc="-15" dirty="0">
                <a:solidFill>
                  <a:srgbClr val="4E3F9E"/>
                </a:solidFill>
                <a:latin typeface="Arial"/>
                <a:cs typeface="Arial"/>
              </a:rPr>
              <a:t>1</a:t>
            </a:r>
            <a:r>
              <a:rPr sz="4050" b="1" spc="-2280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4050" b="1" spc="-15" dirty="0">
                <a:solidFill>
                  <a:srgbClr val="4E3F9E"/>
                </a:solidFill>
                <a:latin typeface="Arial"/>
                <a:cs typeface="Arial"/>
              </a:rPr>
              <a:t>20</a:t>
            </a:r>
            <a:r>
              <a:rPr sz="4050" b="1" spc="-2280" dirty="0">
                <a:solidFill>
                  <a:srgbClr val="4E3F9E"/>
                </a:solidFill>
                <a:latin typeface="Arial"/>
                <a:cs typeface="Arial"/>
              </a:rPr>
              <a:t>0</a:t>
            </a:r>
            <a:r>
              <a:rPr sz="1750" spc="-75" dirty="0">
                <a:solidFill>
                  <a:srgbClr val="4E3F9E"/>
                </a:solidFill>
                <a:latin typeface="Microsoft Sans Serif"/>
                <a:cs typeface="Microsoft Sans Serif"/>
              </a:rPr>
              <a:t>Т</a:t>
            </a:r>
            <a:r>
              <a:rPr sz="1750" spc="-15" dirty="0">
                <a:solidFill>
                  <a:srgbClr val="4E3F9E"/>
                </a:solidFill>
                <a:latin typeface="Microsoft Sans Serif"/>
                <a:cs typeface="Microsoft Sans Serif"/>
              </a:rPr>
              <a:t>А</a:t>
            </a:r>
            <a:r>
              <a:rPr sz="1750" spc="350" dirty="0">
                <a:solidFill>
                  <a:srgbClr val="4E3F9E"/>
                </a:solidFill>
                <a:latin typeface="Microsoft Sans Serif"/>
                <a:cs typeface="Microsoft Sans Serif"/>
              </a:rPr>
              <a:t> </a:t>
            </a:r>
            <a:r>
              <a:rPr sz="1750" spc="-25" dirty="0">
                <a:solidFill>
                  <a:srgbClr val="4E3F9E"/>
                </a:solidFill>
                <a:latin typeface="Microsoft Sans Serif"/>
                <a:cs typeface="Microsoft Sans Serif"/>
              </a:rPr>
              <a:t>ТА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341" y="6002261"/>
            <a:ext cx="68169" cy="5008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8743" y="1311854"/>
            <a:ext cx="3130956" cy="20611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83854" y="1311854"/>
            <a:ext cx="3130952" cy="20611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9316" y="4909007"/>
            <a:ext cx="889312" cy="8057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03127" y="1770814"/>
            <a:ext cx="866504" cy="9087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37922" y="1844849"/>
            <a:ext cx="866505" cy="908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3780" y="3339632"/>
            <a:ext cx="3246432" cy="6893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5906" y="5118972"/>
            <a:ext cx="3849907" cy="851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42395" y="5118972"/>
            <a:ext cx="3849907" cy="851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62705" y="4322494"/>
            <a:ext cx="906242" cy="85681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38228" y="4322494"/>
            <a:ext cx="916509" cy="85681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12477" y="6697846"/>
            <a:ext cx="8357234" cy="1301115"/>
            <a:chOff x="312477" y="6697846"/>
            <a:chExt cx="8357234" cy="1301115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2477" y="6697846"/>
              <a:ext cx="4204115" cy="130107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65605" y="6697846"/>
              <a:ext cx="4204112" cy="130107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42111" y="6697846"/>
            <a:ext cx="8248015" cy="1301115"/>
            <a:chOff x="8742111" y="6697846"/>
            <a:chExt cx="8248015" cy="1301115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42111" y="6697846"/>
              <a:ext cx="4204115" cy="130107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85659" y="6697846"/>
              <a:ext cx="4204112" cy="1301078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2624" y="3935026"/>
            <a:ext cx="2610989" cy="141393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49449" y="3928639"/>
            <a:ext cx="2610989" cy="141393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99606" y="4349991"/>
            <a:ext cx="605421" cy="6349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25681" y="4408344"/>
            <a:ext cx="605421" cy="63497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976617" y="4429187"/>
            <a:ext cx="2973359" cy="7501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343467" y="4429187"/>
            <a:ext cx="2504109" cy="7501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88974" y="3727399"/>
            <a:ext cx="753080" cy="75493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009679" y="3727399"/>
            <a:ext cx="753079" cy="75493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9433" y="2729641"/>
            <a:ext cx="2610989" cy="141393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71790" y="2755177"/>
            <a:ext cx="2610990" cy="141393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9606" y="3150993"/>
            <a:ext cx="605421" cy="63497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725681" y="3209342"/>
            <a:ext cx="605421" cy="63497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95742" y="7964171"/>
            <a:ext cx="68169" cy="50084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104867" y="5955515"/>
            <a:ext cx="2412208" cy="178517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754035" y="5955522"/>
            <a:ext cx="2412208" cy="17851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483595" y="5883818"/>
            <a:ext cx="7861300" cy="1925955"/>
            <a:chOff x="483595" y="5883818"/>
            <a:chExt cx="7861300" cy="1925955"/>
          </a:xfrm>
        </p:grpSpPr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3595" y="5883818"/>
              <a:ext cx="4714793" cy="192591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87286" y="5883818"/>
              <a:ext cx="3157099" cy="1925918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6755" y="925"/>
            <a:ext cx="17470711" cy="9719999"/>
            <a:chOff x="-190578" y="-22916"/>
            <a:chExt cx="17470711" cy="9719999"/>
          </a:xfrm>
        </p:grpSpPr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-190578" y="-22916"/>
              <a:ext cx="17277079" cy="97199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2264898" y="-682"/>
              <a:ext cx="4765675" cy="1094105"/>
            </a:xfrm>
            <a:custGeom>
              <a:avLst/>
              <a:gdLst/>
              <a:ahLst/>
              <a:cxnLst/>
              <a:rect l="l" t="t" r="r" b="b"/>
              <a:pathLst>
                <a:path w="4765675" h="1094105">
                  <a:moveTo>
                    <a:pt x="581380" y="0"/>
                  </a:moveTo>
                  <a:lnTo>
                    <a:pt x="529437" y="0"/>
                  </a:lnTo>
                  <a:lnTo>
                    <a:pt x="0" y="1094041"/>
                  </a:lnTo>
                  <a:lnTo>
                    <a:pt x="51955" y="1094041"/>
                  </a:lnTo>
                  <a:lnTo>
                    <a:pt x="581380" y="0"/>
                  </a:lnTo>
                  <a:close/>
                </a:path>
                <a:path w="4765675" h="1094105">
                  <a:moveTo>
                    <a:pt x="1038796" y="0"/>
                  </a:moveTo>
                  <a:lnTo>
                    <a:pt x="927785" y="0"/>
                  </a:lnTo>
                  <a:lnTo>
                    <a:pt x="398360" y="1094041"/>
                  </a:lnTo>
                  <a:lnTo>
                    <a:pt x="509371" y="1094041"/>
                  </a:lnTo>
                  <a:lnTo>
                    <a:pt x="1038796" y="0"/>
                  </a:lnTo>
                  <a:close/>
                </a:path>
                <a:path w="4765675" h="1094105">
                  <a:moveTo>
                    <a:pt x="1547482" y="0"/>
                  </a:moveTo>
                  <a:lnTo>
                    <a:pt x="1385189" y="0"/>
                  </a:lnTo>
                  <a:lnTo>
                    <a:pt x="855764" y="1094041"/>
                  </a:lnTo>
                  <a:lnTo>
                    <a:pt x="1018057" y="1094041"/>
                  </a:lnTo>
                  <a:lnTo>
                    <a:pt x="1547482" y="0"/>
                  </a:lnTo>
                  <a:close/>
                </a:path>
                <a:path w="4765675" h="1094105">
                  <a:moveTo>
                    <a:pt x="2131110" y="0"/>
                  </a:moveTo>
                  <a:lnTo>
                    <a:pt x="1893874" y="0"/>
                  </a:lnTo>
                  <a:lnTo>
                    <a:pt x="1364449" y="1094041"/>
                  </a:lnTo>
                  <a:lnTo>
                    <a:pt x="1601685" y="1094041"/>
                  </a:lnTo>
                  <a:lnTo>
                    <a:pt x="2131110" y="0"/>
                  </a:lnTo>
                  <a:close/>
                </a:path>
                <a:path w="4765675" h="1094105">
                  <a:moveTo>
                    <a:pt x="2824289" y="0"/>
                  </a:moveTo>
                  <a:lnTo>
                    <a:pt x="2477503" y="0"/>
                  </a:lnTo>
                  <a:lnTo>
                    <a:pt x="1948078" y="1094041"/>
                  </a:lnTo>
                  <a:lnTo>
                    <a:pt x="2294864" y="1094041"/>
                  </a:lnTo>
                  <a:lnTo>
                    <a:pt x="2824289" y="0"/>
                  </a:lnTo>
                  <a:close/>
                </a:path>
                <a:path w="4765675" h="1094105">
                  <a:moveTo>
                    <a:pt x="3677628" y="0"/>
                  </a:moveTo>
                  <a:lnTo>
                    <a:pt x="3170682" y="0"/>
                  </a:lnTo>
                  <a:lnTo>
                    <a:pt x="2641257" y="1094041"/>
                  </a:lnTo>
                  <a:lnTo>
                    <a:pt x="3128226" y="1094041"/>
                  </a:lnTo>
                  <a:lnTo>
                    <a:pt x="3202686" y="981443"/>
                  </a:lnTo>
                  <a:lnTo>
                    <a:pt x="3677628" y="0"/>
                  </a:lnTo>
                  <a:close/>
                </a:path>
                <a:path w="4765675" h="1094105">
                  <a:moveTo>
                    <a:pt x="4765065" y="0"/>
                  </a:moveTo>
                  <a:lnTo>
                    <a:pt x="4024020" y="0"/>
                  </a:lnTo>
                  <a:lnTo>
                    <a:pt x="3582327" y="912749"/>
                  </a:lnTo>
                  <a:lnTo>
                    <a:pt x="4323359" y="912749"/>
                  </a:lnTo>
                  <a:lnTo>
                    <a:pt x="4765065" y="0"/>
                  </a:lnTo>
                  <a:close/>
                </a:path>
              </a:pathLst>
            </a:custGeom>
            <a:solidFill>
              <a:srgbClr val="56A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2313" y="1003935"/>
              <a:ext cx="16847820" cy="173990"/>
            </a:xfrm>
            <a:custGeom>
              <a:avLst/>
              <a:gdLst/>
              <a:ahLst/>
              <a:cxnLst/>
              <a:rect l="l" t="t" r="r" b="b"/>
              <a:pathLst>
                <a:path w="16847820" h="173990">
                  <a:moveTo>
                    <a:pt x="16847686" y="0"/>
                  </a:moveTo>
                  <a:lnTo>
                    <a:pt x="15135710" y="0"/>
                  </a:lnTo>
                  <a:lnTo>
                    <a:pt x="15020891" y="173631"/>
                  </a:lnTo>
                  <a:lnTo>
                    <a:pt x="0" y="173631"/>
                  </a:lnTo>
                </a:path>
              </a:pathLst>
            </a:custGeom>
            <a:ln w="15238">
              <a:solidFill>
                <a:srgbClr val="B588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84913" y="125003"/>
            <a:ext cx="16662556" cy="895757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 marR="5080" algn="ctr">
              <a:lnSpc>
                <a:spcPts val="3279"/>
              </a:lnSpc>
              <a:spcBef>
                <a:spcPts val="384"/>
              </a:spcBef>
            </a:pPr>
            <a:r>
              <a:rPr lang="uz-Cyrl-UZ" sz="2900" b="1" dirty="0">
                <a:solidFill>
                  <a:srgbClr val="FFFFFF"/>
                </a:solidFill>
                <a:latin typeface="Arial"/>
                <a:cs typeface="Arial"/>
              </a:rPr>
              <a:t>ШАЙХОНТОҲУР</a:t>
            </a:r>
            <a:r>
              <a:rPr sz="29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ТУМАНИ</a:t>
            </a:r>
            <a:r>
              <a:rPr sz="29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2900" b="1" spc="-25" dirty="0">
                <a:solidFill>
                  <a:srgbClr val="FFFFFF"/>
                </a:solidFill>
                <a:latin typeface="Arial"/>
                <a:cs typeface="Arial"/>
              </a:rPr>
              <a:t>ЧОРСУ</a:t>
            </a:r>
            <a:r>
              <a:rPr sz="29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МАҲАЛЛАСИДА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АҲОЛИ</a:t>
            </a:r>
            <a:r>
              <a:rPr sz="29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БАНДЛИГИ</a:t>
            </a:r>
            <a:r>
              <a:rPr sz="29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ВА</a:t>
            </a:r>
            <a:r>
              <a:rPr sz="29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ДАРОМАДЛАРИНИ</a:t>
            </a:r>
            <a:r>
              <a:rPr sz="29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ОШИРИШ</a:t>
            </a:r>
            <a:endParaRPr sz="2900" dirty="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319316" y="1230198"/>
            <a:ext cx="12586335" cy="995680"/>
            <a:chOff x="4319316" y="1230198"/>
            <a:chExt cx="12586335" cy="995680"/>
          </a:xfrm>
        </p:grpSpPr>
        <p:sp>
          <p:nvSpPr>
            <p:cNvPr id="44" name="object 44"/>
            <p:cNvSpPr/>
            <p:nvPr/>
          </p:nvSpPr>
          <p:spPr>
            <a:xfrm>
              <a:off x="4319316" y="1230198"/>
              <a:ext cx="3072130" cy="995680"/>
            </a:xfrm>
            <a:custGeom>
              <a:avLst/>
              <a:gdLst/>
              <a:ahLst/>
              <a:cxnLst/>
              <a:rect l="l" t="t" r="r" b="b"/>
              <a:pathLst>
                <a:path w="3072129" h="995680">
                  <a:moveTo>
                    <a:pt x="3071628" y="0"/>
                  </a:moveTo>
                  <a:lnTo>
                    <a:pt x="0" y="0"/>
                  </a:lnTo>
                  <a:lnTo>
                    <a:pt x="0" y="995432"/>
                  </a:lnTo>
                  <a:lnTo>
                    <a:pt x="3071628" y="995432"/>
                  </a:lnTo>
                  <a:lnTo>
                    <a:pt x="3071628" y="0"/>
                  </a:lnTo>
                  <a:close/>
                </a:path>
              </a:pathLst>
            </a:custGeom>
            <a:solidFill>
              <a:srgbClr val="232122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49504" y="1288765"/>
              <a:ext cx="2948305" cy="802640"/>
            </a:xfrm>
            <a:custGeom>
              <a:avLst/>
              <a:gdLst/>
              <a:ahLst/>
              <a:cxnLst/>
              <a:rect l="l" t="t" r="r" b="b"/>
              <a:pathLst>
                <a:path w="2948304" h="802639">
                  <a:moveTo>
                    <a:pt x="222296" y="0"/>
                  </a:moveTo>
                  <a:lnTo>
                    <a:pt x="171719" y="4329"/>
                  </a:lnTo>
                  <a:lnTo>
                    <a:pt x="141351" y="29546"/>
                  </a:lnTo>
                  <a:lnTo>
                    <a:pt x="113455" y="90378"/>
                  </a:lnTo>
                  <a:lnTo>
                    <a:pt x="94891" y="138753"/>
                  </a:lnTo>
                  <a:lnTo>
                    <a:pt x="70294" y="201555"/>
                  </a:lnTo>
                  <a:lnTo>
                    <a:pt x="46862" y="258616"/>
                  </a:lnTo>
                  <a:lnTo>
                    <a:pt x="28117" y="303228"/>
                  </a:lnTo>
                  <a:lnTo>
                    <a:pt x="14058" y="338158"/>
                  </a:lnTo>
                  <a:lnTo>
                    <a:pt x="4686" y="366171"/>
                  </a:lnTo>
                  <a:lnTo>
                    <a:pt x="0" y="390035"/>
                  </a:lnTo>
                  <a:lnTo>
                    <a:pt x="0" y="412516"/>
                  </a:lnTo>
                  <a:lnTo>
                    <a:pt x="4686" y="436380"/>
                  </a:lnTo>
                  <a:lnTo>
                    <a:pt x="14058" y="464394"/>
                  </a:lnTo>
                  <a:lnTo>
                    <a:pt x="28117" y="499324"/>
                  </a:lnTo>
                  <a:lnTo>
                    <a:pt x="46862" y="543937"/>
                  </a:lnTo>
                  <a:lnTo>
                    <a:pt x="70294" y="600999"/>
                  </a:lnTo>
                  <a:lnTo>
                    <a:pt x="94891" y="663801"/>
                  </a:lnTo>
                  <a:lnTo>
                    <a:pt x="113455" y="712176"/>
                  </a:lnTo>
                  <a:lnTo>
                    <a:pt x="128203" y="747965"/>
                  </a:lnTo>
                  <a:lnTo>
                    <a:pt x="155117" y="789150"/>
                  </a:lnTo>
                  <a:lnTo>
                    <a:pt x="193372" y="802083"/>
                  </a:lnTo>
                  <a:lnTo>
                    <a:pt x="222296" y="802557"/>
                  </a:lnTo>
                  <a:lnTo>
                    <a:pt x="260706" y="801492"/>
                  </a:lnTo>
                  <a:lnTo>
                    <a:pt x="310821" y="800728"/>
                  </a:lnTo>
                  <a:lnTo>
                    <a:pt x="2701869" y="802282"/>
                  </a:lnTo>
                  <a:lnTo>
                    <a:pt x="2757574" y="801836"/>
                  </a:lnTo>
                  <a:lnTo>
                    <a:pt x="2785040" y="794504"/>
                  </a:lnTo>
                  <a:lnTo>
                    <a:pt x="2805011" y="775556"/>
                  </a:lnTo>
                  <a:lnTo>
                    <a:pt x="2823268" y="740191"/>
                  </a:lnTo>
                  <a:lnTo>
                    <a:pt x="2845593" y="683606"/>
                  </a:lnTo>
                  <a:lnTo>
                    <a:pt x="2877769" y="600999"/>
                  </a:lnTo>
                  <a:lnTo>
                    <a:pt x="2901200" y="543938"/>
                  </a:lnTo>
                  <a:lnTo>
                    <a:pt x="2919945" y="499326"/>
                  </a:lnTo>
                  <a:lnTo>
                    <a:pt x="2934004" y="464396"/>
                  </a:lnTo>
                  <a:lnTo>
                    <a:pt x="2943377" y="436382"/>
                  </a:lnTo>
                  <a:lnTo>
                    <a:pt x="2948063" y="412519"/>
                  </a:lnTo>
                  <a:lnTo>
                    <a:pt x="2948063" y="390038"/>
                  </a:lnTo>
                  <a:lnTo>
                    <a:pt x="2943377" y="366174"/>
                  </a:lnTo>
                  <a:lnTo>
                    <a:pt x="2934004" y="338160"/>
                  </a:lnTo>
                  <a:lnTo>
                    <a:pt x="2919945" y="303230"/>
                  </a:lnTo>
                  <a:lnTo>
                    <a:pt x="2901200" y="258617"/>
                  </a:lnTo>
                  <a:lnTo>
                    <a:pt x="2877769" y="201555"/>
                  </a:lnTo>
                  <a:lnTo>
                    <a:pt x="2828324" y="74539"/>
                  </a:lnTo>
                  <a:lnTo>
                    <a:pt x="2811855" y="38280"/>
                  </a:lnTo>
                  <a:lnTo>
                    <a:pt x="2776189" y="4284"/>
                  </a:lnTo>
                  <a:lnTo>
                    <a:pt x="2749299" y="158"/>
                  </a:lnTo>
                  <a:lnTo>
                    <a:pt x="2711240" y="354"/>
                  </a:lnTo>
                  <a:lnTo>
                    <a:pt x="315844" y="1828"/>
                  </a:lnTo>
                  <a:lnTo>
                    <a:pt x="260706" y="1065"/>
                  </a:lnTo>
                  <a:lnTo>
                    <a:pt x="22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349508" y="1288769"/>
              <a:ext cx="834609" cy="80255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440559" y="1230198"/>
              <a:ext cx="3072130" cy="995680"/>
            </a:xfrm>
            <a:custGeom>
              <a:avLst/>
              <a:gdLst/>
              <a:ahLst/>
              <a:cxnLst/>
              <a:rect l="l" t="t" r="r" b="b"/>
              <a:pathLst>
                <a:path w="3072129" h="995680">
                  <a:moveTo>
                    <a:pt x="3071628" y="0"/>
                  </a:moveTo>
                  <a:lnTo>
                    <a:pt x="0" y="0"/>
                  </a:lnTo>
                  <a:lnTo>
                    <a:pt x="0" y="995432"/>
                  </a:lnTo>
                  <a:lnTo>
                    <a:pt x="3071628" y="995432"/>
                  </a:lnTo>
                  <a:lnTo>
                    <a:pt x="3071628" y="0"/>
                  </a:lnTo>
                  <a:close/>
                </a:path>
              </a:pathLst>
            </a:custGeom>
            <a:solidFill>
              <a:srgbClr val="232122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70745" y="1288765"/>
              <a:ext cx="2948305" cy="802640"/>
            </a:xfrm>
            <a:custGeom>
              <a:avLst/>
              <a:gdLst/>
              <a:ahLst/>
              <a:cxnLst/>
              <a:rect l="l" t="t" r="r" b="b"/>
              <a:pathLst>
                <a:path w="2948304" h="802639">
                  <a:moveTo>
                    <a:pt x="222297" y="0"/>
                  </a:moveTo>
                  <a:lnTo>
                    <a:pt x="171720" y="4329"/>
                  </a:lnTo>
                  <a:lnTo>
                    <a:pt x="141353" y="29546"/>
                  </a:lnTo>
                  <a:lnTo>
                    <a:pt x="113458" y="90378"/>
                  </a:lnTo>
                  <a:lnTo>
                    <a:pt x="94894" y="138753"/>
                  </a:lnTo>
                  <a:lnTo>
                    <a:pt x="70297" y="201555"/>
                  </a:lnTo>
                  <a:lnTo>
                    <a:pt x="46864" y="258616"/>
                  </a:lnTo>
                  <a:lnTo>
                    <a:pt x="28118" y="303228"/>
                  </a:lnTo>
                  <a:lnTo>
                    <a:pt x="14059" y="338158"/>
                  </a:lnTo>
                  <a:lnTo>
                    <a:pt x="4686" y="366171"/>
                  </a:lnTo>
                  <a:lnTo>
                    <a:pt x="0" y="390035"/>
                  </a:lnTo>
                  <a:lnTo>
                    <a:pt x="0" y="412516"/>
                  </a:lnTo>
                  <a:lnTo>
                    <a:pt x="4686" y="436380"/>
                  </a:lnTo>
                  <a:lnTo>
                    <a:pt x="14059" y="464394"/>
                  </a:lnTo>
                  <a:lnTo>
                    <a:pt x="28118" y="499324"/>
                  </a:lnTo>
                  <a:lnTo>
                    <a:pt x="46864" y="543937"/>
                  </a:lnTo>
                  <a:lnTo>
                    <a:pt x="70297" y="600999"/>
                  </a:lnTo>
                  <a:lnTo>
                    <a:pt x="94894" y="663801"/>
                  </a:lnTo>
                  <a:lnTo>
                    <a:pt x="113458" y="712176"/>
                  </a:lnTo>
                  <a:lnTo>
                    <a:pt x="128205" y="747965"/>
                  </a:lnTo>
                  <a:lnTo>
                    <a:pt x="155119" y="789150"/>
                  </a:lnTo>
                  <a:lnTo>
                    <a:pt x="193374" y="802083"/>
                  </a:lnTo>
                  <a:lnTo>
                    <a:pt x="222297" y="802557"/>
                  </a:lnTo>
                  <a:lnTo>
                    <a:pt x="260708" y="801492"/>
                  </a:lnTo>
                  <a:lnTo>
                    <a:pt x="310823" y="800728"/>
                  </a:lnTo>
                  <a:lnTo>
                    <a:pt x="2701871" y="802282"/>
                  </a:lnTo>
                  <a:lnTo>
                    <a:pt x="2757576" y="801836"/>
                  </a:lnTo>
                  <a:lnTo>
                    <a:pt x="2785042" y="794504"/>
                  </a:lnTo>
                  <a:lnTo>
                    <a:pt x="2805011" y="775556"/>
                  </a:lnTo>
                  <a:lnTo>
                    <a:pt x="2823268" y="740191"/>
                  </a:lnTo>
                  <a:lnTo>
                    <a:pt x="2845593" y="683606"/>
                  </a:lnTo>
                  <a:lnTo>
                    <a:pt x="2877768" y="600999"/>
                  </a:lnTo>
                  <a:lnTo>
                    <a:pt x="2901199" y="543938"/>
                  </a:lnTo>
                  <a:lnTo>
                    <a:pt x="2919944" y="499326"/>
                  </a:lnTo>
                  <a:lnTo>
                    <a:pt x="2934003" y="464396"/>
                  </a:lnTo>
                  <a:lnTo>
                    <a:pt x="2943376" y="436382"/>
                  </a:lnTo>
                  <a:lnTo>
                    <a:pt x="2948062" y="412519"/>
                  </a:lnTo>
                  <a:lnTo>
                    <a:pt x="2948062" y="390038"/>
                  </a:lnTo>
                  <a:lnTo>
                    <a:pt x="2943376" y="366174"/>
                  </a:lnTo>
                  <a:lnTo>
                    <a:pt x="2934003" y="338160"/>
                  </a:lnTo>
                  <a:lnTo>
                    <a:pt x="2919944" y="303230"/>
                  </a:lnTo>
                  <a:lnTo>
                    <a:pt x="2901199" y="258617"/>
                  </a:lnTo>
                  <a:lnTo>
                    <a:pt x="2877768" y="201555"/>
                  </a:lnTo>
                  <a:lnTo>
                    <a:pt x="2828326" y="74539"/>
                  </a:lnTo>
                  <a:lnTo>
                    <a:pt x="2811857" y="38280"/>
                  </a:lnTo>
                  <a:lnTo>
                    <a:pt x="2776192" y="4284"/>
                  </a:lnTo>
                  <a:lnTo>
                    <a:pt x="2749301" y="158"/>
                  </a:lnTo>
                  <a:lnTo>
                    <a:pt x="2711242" y="354"/>
                  </a:lnTo>
                  <a:lnTo>
                    <a:pt x="315847" y="1828"/>
                  </a:lnTo>
                  <a:lnTo>
                    <a:pt x="260708" y="1065"/>
                  </a:lnTo>
                  <a:lnTo>
                    <a:pt x="2222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70749" y="1288769"/>
              <a:ext cx="834612" cy="80255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637179" y="1230198"/>
              <a:ext cx="3072130" cy="995680"/>
            </a:xfrm>
            <a:custGeom>
              <a:avLst/>
              <a:gdLst/>
              <a:ahLst/>
              <a:cxnLst/>
              <a:rect l="l" t="t" r="r" b="b"/>
              <a:pathLst>
                <a:path w="3072130" h="995680">
                  <a:moveTo>
                    <a:pt x="3071628" y="0"/>
                  </a:moveTo>
                  <a:lnTo>
                    <a:pt x="0" y="0"/>
                  </a:lnTo>
                  <a:lnTo>
                    <a:pt x="0" y="995432"/>
                  </a:lnTo>
                  <a:lnTo>
                    <a:pt x="3071628" y="995432"/>
                  </a:lnTo>
                  <a:lnTo>
                    <a:pt x="3071628" y="0"/>
                  </a:lnTo>
                  <a:close/>
                </a:path>
              </a:pathLst>
            </a:custGeom>
            <a:solidFill>
              <a:srgbClr val="232122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7367" y="1288765"/>
              <a:ext cx="2948305" cy="802640"/>
            </a:xfrm>
            <a:custGeom>
              <a:avLst/>
              <a:gdLst/>
              <a:ahLst/>
              <a:cxnLst/>
              <a:rect l="l" t="t" r="r" b="b"/>
              <a:pathLst>
                <a:path w="2948305" h="802639">
                  <a:moveTo>
                    <a:pt x="222296" y="0"/>
                  </a:moveTo>
                  <a:lnTo>
                    <a:pt x="171719" y="4329"/>
                  </a:lnTo>
                  <a:lnTo>
                    <a:pt x="141351" y="29546"/>
                  </a:lnTo>
                  <a:lnTo>
                    <a:pt x="113455" y="90378"/>
                  </a:lnTo>
                  <a:lnTo>
                    <a:pt x="94891" y="138753"/>
                  </a:lnTo>
                  <a:lnTo>
                    <a:pt x="70294" y="201555"/>
                  </a:lnTo>
                  <a:lnTo>
                    <a:pt x="46863" y="258616"/>
                  </a:lnTo>
                  <a:lnTo>
                    <a:pt x="28117" y="303228"/>
                  </a:lnTo>
                  <a:lnTo>
                    <a:pt x="14058" y="338158"/>
                  </a:lnTo>
                  <a:lnTo>
                    <a:pt x="4686" y="366171"/>
                  </a:lnTo>
                  <a:lnTo>
                    <a:pt x="0" y="390035"/>
                  </a:lnTo>
                  <a:lnTo>
                    <a:pt x="0" y="412516"/>
                  </a:lnTo>
                  <a:lnTo>
                    <a:pt x="4686" y="436380"/>
                  </a:lnTo>
                  <a:lnTo>
                    <a:pt x="14058" y="464394"/>
                  </a:lnTo>
                  <a:lnTo>
                    <a:pt x="28117" y="499324"/>
                  </a:lnTo>
                  <a:lnTo>
                    <a:pt x="46863" y="543937"/>
                  </a:lnTo>
                  <a:lnTo>
                    <a:pt x="70294" y="600999"/>
                  </a:lnTo>
                  <a:lnTo>
                    <a:pt x="94891" y="663801"/>
                  </a:lnTo>
                  <a:lnTo>
                    <a:pt x="113455" y="712176"/>
                  </a:lnTo>
                  <a:lnTo>
                    <a:pt x="128203" y="747965"/>
                  </a:lnTo>
                  <a:lnTo>
                    <a:pt x="155117" y="789150"/>
                  </a:lnTo>
                  <a:lnTo>
                    <a:pt x="193372" y="802083"/>
                  </a:lnTo>
                  <a:lnTo>
                    <a:pt x="222296" y="802557"/>
                  </a:lnTo>
                  <a:lnTo>
                    <a:pt x="260706" y="801492"/>
                  </a:lnTo>
                  <a:lnTo>
                    <a:pt x="310821" y="800728"/>
                  </a:lnTo>
                  <a:lnTo>
                    <a:pt x="2701869" y="802282"/>
                  </a:lnTo>
                  <a:lnTo>
                    <a:pt x="2757574" y="801836"/>
                  </a:lnTo>
                  <a:lnTo>
                    <a:pt x="2785040" y="794504"/>
                  </a:lnTo>
                  <a:lnTo>
                    <a:pt x="2805011" y="775556"/>
                  </a:lnTo>
                  <a:lnTo>
                    <a:pt x="2823268" y="740191"/>
                  </a:lnTo>
                  <a:lnTo>
                    <a:pt x="2845593" y="683606"/>
                  </a:lnTo>
                  <a:lnTo>
                    <a:pt x="2877769" y="600999"/>
                  </a:lnTo>
                  <a:lnTo>
                    <a:pt x="2901200" y="543938"/>
                  </a:lnTo>
                  <a:lnTo>
                    <a:pt x="2919945" y="499326"/>
                  </a:lnTo>
                  <a:lnTo>
                    <a:pt x="2934004" y="464396"/>
                  </a:lnTo>
                  <a:lnTo>
                    <a:pt x="2943377" y="436382"/>
                  </a:lnTo>
                  <a:lnTo>
                    <a:pt x="2948063" y="412519"/>
                  </a:lnTo>
                  <a:lnTo>
                    <a:pt x="2948063" y="390038"/>
                  </a:lnTo>
                  <a:lnTo>
                    <a:pt x="2943377" y="366174"/>
                  </a:lnTo>
                  <a:lnTo>
                    <a:pt x="2934004" y="338160"/>
                  </a:lnTo>
                  <a:lnTo>
                    <a:pt x="2919945" y="303230"/>
                  </a:lnTo>
                  <a:lnTo>
                    <a:pt x="2901200" y="258617"/>
                  </a:lnTo>
                  <a:lnTo>
                    <a:pt x="2877769" y="201555"/>
                  </a:lnTo>
                  <a:lnTo>
                    <a:pt x="2828325" y="74539"/>
                  </a:lnTo>
                  <a:lnTo>
                    <a:pt x="2811856" y="38280"/>
                  </a:lnTo>
                  <a:lnTo>
                    <a:pt x="2776190" y="4284"/>
                  </a:lnTo>
                  <a:lnTo>
                    <a:pt x="2749299" y="158"/>
                  </a:lnTo>
                  <a:lnTo>
                    <a:pt x="2711240" y="354"/>
                  </a:lnTo>
                  <a:lnTo>
                    <a:pt x="315844" y="1828"/>
                  </a:lnTo>
                  <a:lnTo>
                    <a:pt x="260706" y="1065"/>
                  </a:lnTo>
                  <a:lnTo>
                    <a:pt x="22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667368" y="1288769"/>
              <a:ext cx="834613" cy="80255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3833799" y="1230198"/>
              <a:ext cx="3072130" cy="995680"/>
            </a:xfrm>
            <a:custGeom>
              <a:avLst/>
              <a:gdLst/>
              <a:ahLst/>
              <a:cxnLst/>
              <a:rect l="l" t="t" r="r" b="b"/>
              <a:pathLst>
                <a:path w="3072130" h="995680">
                  <a:moveTo>
                    <a:pt x="3071632" y="0"/>
                  </a:moveTo>
                  <a:lnTo>
                    <a:pt x="0" y="0"/>
                  </a:lnTo>
                  <a:lnTo>
                    <a:pt x="0" y="995432"/>
                  </a:lnTo>
                  <a:lnTo>
                    <a:pt x="3071632" y="995432"/>
                  </a:lnTo>
                  <a:lnTo>
                    <a:pt x="3071632" y="0"/>
                  </a:lnTo>
                  <a:close/>
                </a:path>
              </a:pathLst>
            </a:custGeom>
            <a:solidFill>
              <a:srgbClr val="232122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863988" y="1288765"/>
              <a:ext cx="2948305" cy="802640"/>
            </a:xfrm>
            <a:custGeom>
              <a:avLst/>
              <a:gdLst/>
              <a:ahLst/>
              <a:cxnLst/>
              <a:rect l="l" t="t" r="r" b="b"/>
              <a:pathLst>
                <a:path w="2948305" h="802639">
                  <a:moveTo>
                    <a:pt x="222295" y="0"/>
                  </a:moveTo>
                  <a:lnTo>
                    <a:pt x="171719" y="4329"/>
                  </a:lnTo>
                  <a:lnTo>
                    <a:pt x="141352" y="29546"/>
                  </a:lnTo>
                  <a:lnTo>
                    <a:pt x="113458" y="90378"/>
                  </a:lnTo>
                  <a:lnTo>
                    <a:pt x="94894" y="138753"/>
                  </a:lnTo>
                  <a:lnTo>
                    <a:pt x="70297" y="201555"/>
                  </a:lnTo>
                  <a:lnTo>
                    <a:pt x="46864" y="258616"/>
                  </a:lnTo>
                  <a:lnTo>
                    <a:pt x="28118" y="303228"/>
                  </a:lnTo>
                  <a:lnTo>
                    <a:pt x="14059" y="338158"/>
                  </a:lnTo>
                  <a:lnTo>
                    <a:pt x="4686" y="366171"/>
                  </a:lnTo>
                  <a:lnTo>
                    <a:pt x="0" y="390035"/>
                  </a:lnTo>
                  <a:lnTo>
                    <a:pt x="0" y="412516"/>
                  </a:lnTo>
                  <a:lnTo>
                    <a:pt x="4686" y="436380"/>
                  </a:lnTo>
                  <a:lnTo>
                    <a:pt x="14059" y="464394"/>
                  </a:lnTo>
                  <a:lnTo>
                    <a:pt x="28118" y="499324"/>
                  </a:lnTo>
                  <a:lnTo>
                    <a:pt x="46864" y="543937"/>
                  </a:lnTo>
                  <a:lnTo>
                    <a:pt x="70297" y="600999"/>
                  </a:lnTo>
                  <a:lnTo>
                    <a:pt x="94894" y="663801"/>
                  </a:lnTo>
                  <a:lnTo>
                    <a:pt x="113458" y="712176"/>
                  </a:lnTo>
                  <a:lnTo>
                    <a:pt x="128205" y="747965"/>
                  </a:lnTo>
                  <a:lnTo>
                    <a:pt x="155118" y="789150"/>
                  </a:lnTo>
                  <a:lnTo>
                    <a:pt x="193372" y="802083"/>
                  </a:lnTo>
                  <a:lnTo>
                    <a:pt x="222295" y="802557"/>
                  </a:lnTo>
                  <a:lnTo>
                    <a:pt x="260705" y="801492"/>
                  </a:lnTo>
                  <a:lnTo>
                    <a:pt x="310820" y="800728"/>
                  </a:lnTo>
                  <a:lnTo>
                    <a:pt x="2701868" y="802282"/>
                  </a:lnTo>
                  <a:lnTo>
                    <a:pt x="2757573" y="801836"/>
                  </a:lnTo>
                  <a:lnTo>
                    <a:pt x="2785039" y="794504"/>
                  </a:lnTo>
                  <a:lnTo>
                    <a:pt x="2805010" y="775556"/>
                  </a:lnTo>
                  <a:lnTo>
                    <a:pt x="2823267" y="740191"/>
                  </a:lnTo>
                  <a:lnTo>
                    <a:pt x="2845592" y="683606"/>
                  </a:lnTo>
                  <a:lnTo>
                    <a:pt x="2877768" y="600999"/>
                  </a:lnTo>
                  <a:lnTo>
                    <a:pt x="2901199" y="543938"/>
                  </a:lnTo>
                  <a:lnTo>
                    <a:pt x="2919944" y="499326"/>
                  </a:lnTo>
                  <a:lnTo>
                    <a:pt x="2934003" y="464396"/>
                  </a:lnTo>
                  <a:lnTo>
                    <a:pt x="2943376" y="436382"/>
                  </a:lnTo>
                  <a:lnTo>
                    <a:pt x="2948062" y="412519"/>
                  </a:lnTo>
                  <a:lnTo>
                    <a:pt x="2948062" y="390038"/>
                  </a:lnTo>
                  <a:lnTo>
                    <a:pt x="2943376" y="366174"/>
                  </a:lnTo>
                  <a:lnTo>
                    <a:pt x="2934003" y="338160"/>
                  </a:lnTo>
                  <a:lnTo>
                    <a:pt x="2919944" y="303230"/>
                  </a:lnTo>
                  <a:lnTo>
                    <a:pt x="2901199" y="258617"/>
                  </a:lnTo>
                  <a:lnTo>
                    <a:pt x="2877768" y="201555"/>
                  </a:lnTo>
                  <a:lnTo>
                    <a:pt x="2828323" y="74539"/>
                  </a:lnTo>
                  <a:lnTo>
                    <a:pt x="2811854" y="38280"/>
                  </a:lnTo>
                  <a:lnTo>
                    <a:pt x="2776188" y="4284"/>
                  </a:lnTo>
                  <a:lnTo>
                    <a:pt x="2749298" y="158"/>
                  </a:lnTo>
                  <a:lnTo>
                    <a:pt x="2711239" y="354"/>
                  </a:lnTo>
                  <a:lnTo>
                    <a:pt x="315843" y="1828"/>
                  </a:lnTo>
                  <a:lnTo>
                    <a:pt x="260705" y="1065"/>
                  </a:lnTo>
                  <a:lnTo>
                    <a:pt x="2222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863992" y="1288769"/>
              <a:ext cx="834608" cy="80255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766819" y="1427216"/>
              <a:ext cx="551815" cy="477520"/>
            </a:xfrm>
            <a:custGeom>
              <a:avLst/>
              <a:gdLst/>
              <a:ahLst/>
              <a:cxnLst/>
              <a:rect l="l" t="t" r="r" b="b"/>
              <a:pathLst>
                <a:path w="551815" h="477519">
                  <a:moveTo>
                    <a:pt x="306819" y="364045"/>
                  </a:moveTo>
                  <a:lnTo>
                    <a:pt x="294944" y="323088"/>
                  </a:lnTo>
                  <a:lnTo>
                    <a:pt x="264833" y="299491"/>
                  </a:lnTo>
                  <a:lnTo>
                    <a:pt x="264083" y="299491"/>
                  </a:lnTo>
                  <a:lnTo>
                    <a:pt x="259892" y="303644"/>
                  </a:lnTo>
                  <a:lnTo>
                    <a:pt x="258368" y="304609"/>
                  </a:lnTo>
                  <a:lnTo>
                    <a:pt x="254482" y="299491"/>
                  </a:lnTo>
                  <a:lnTo>
                    <a:pt x="252996" y="299491"/>
                  </a:lnTo>
                  <a:lnTo>
                    <a:pt x="239763" y="305104"/>
                  </a:lnTo>
                  <a:lnTo>
                    <a:pt x="226847" y="319493"/>
                  </a:lnTo>
                  <a:lnTo>
                    <a:pt x="217043" y="339001"/>
                  </a:lnTo>
                  <a:lnTo>
                    <a:pt x="213156" y="359943"/>
                  </a:lnTo>
                  <a:lnTo>
                    <a:pt x="213156" y="367017"/>
                  </a:lnTo>
                  <a:lnTo>
                    <a:pt x="212001" y="374294"/>
                  </a:lnTo>
                  <a:lnTo>
                    <a:pt x="222846" y="374294"/>
                  </a:lnTo>
                  <a:lnTo>
                    <a:pt x="228561" y="371208"/>
                  </a:lnTo>
                  <a:lnTo>
                    <a:pt x="230530" y="363842"/>
                  </a:lnTo>
                  <a:lnTo>
                    <a:pt x="231355" y="355053"/>
                  </a:lnTo>
                  <a:lnTo>
                    <a:pt x="233616" y="347649"/>
                  </a:lnTo>
                  <a:lnTo>
                    <a:pt x="233514" y="361124"/>
                  </a:lnTo>
                  <a:lnTo>
                    <a:pt x="233781" y="367639"/>
                  </a:lnTo>
                  <a:lnTo>
                    <a:pt x="234594" y="373354"/>
                  </a:lnTo>
                  <a:lnTo>
                    <a:pt x="235712" y="388061"/>
                  </a:lnTo>
                  <a:lnTo>
                    <a:pt x="235927" y="411429"/>
                  </a:lnTo>
                  <a:lnTo>
                    <a:pt x="235699" y="452234"/>
                  </a:lnTo>
                  <a:lnTo>
                    <a:pt x="235889" y="462876"/>
                  </a:lnTo>
                  <a:lnTo>
                    <a:pt x="244475" y="465416"/>
                  </a:lnTo>
                  <a:lnTo>
                    <a:pt x="257759" y="461187"/>
                  </a:lnTo>
                  <a:lnTo>
                    <a:pt x="258445" y="454799"/>
                  </a:lnTo>
                  <a:lnTo>
                    <a:pt x="258368" y="390690"/>
                  </a:lnTo>
                  <a:lnTo>
                    <a:pt x="259448" y="390690"/>
                  </a:lnTo>
                  <a:lnTo>
                    <a:pt x="259422" y="455345"/>
                  </a:lnTo>
                  <a:lnTo>
                    <a:pt x="258914" y="462318"/>
                  </a:lnTo>
                  <a:lnTo>
                    <a:pt x="277710" y="465531"/>
                  </a:lnTo>
                  <a:lnTo>
                    <a:pt x="281927" y="458736"/>
                  </a:lnTo>
                  <a:lnTo>
                    <a:pt x="282155" y="433222"/>
                  </a:lnTo>
                  <a:lnTo>
                    <a:pt x="281736" y="396824"/>
                  </a:lnTo>
                  <a:lnTo>
                    <a:pt x="282308" y="376085"/>
                  </a:lnTo>
                  <a:lnTo>
                    <a:pt x="283959" y="374535"/>
                  </a:lnTo>
                  <a:lnTo>
                    <a:pt x="284416" y="362419"/>
                  </a:lnTo>
                  <a:lnTo>
                    <a:pt x="284213" y="341503"/>
                  </a:lnTo>
                  <a:lnTo>
                    <a:pt x="285940" y="344970"/>
                  </a:lnTo>
                  <a:lnTo>
                    <a:pt x="288328" y="356171"/>
                  </a:lnTo>
                  <a:lnTo>
                    <a:pt x="289318" y="365887"/>
                  </a:lnTo>
                  <a:lnTo>
                    <a:pt x="291680" y="372732"/>
                  </a:lnTo>
                  <a:lnTo>
                    <a:pt x="298208" y="375310"/>
                  </a:lnTo>
                  <a:lnTo>
                    <a:pt x="306578" y="375310"/>
                  </a:lnTo>
                  <a:lnTo>
                    <a:pt x="306819" y="364045"/>
                  </a:lnTo>
                  <a:close/>
                </a:path>
                <a:path w="551815" h="477519">
                  <a:moveTo>
                    <a:pt x="345579" y="78168"/>
                  </a:moveTo>
                  <a:lnTo>
                    <a:pt x="343255" y="74866"/>
                  </a:lnTo>
                  <a:lnTo>
                    <a:pt x="341096" y="73507"/>
                  </a:lnTo>
                  <a:lnTo>
                    <a:pt x="334213" y="69202"/>
                  </a:lnTo>
                  <a:lnTo>
                    <a:pt x="324866" y="61887"/>
                  </a:lnTo>
                  <a:lnTo>
                    <a:pt x="319951" y="58572"/>
                  </a:lnTo>
                  <a:lnTo>
                    <a:pt x="314604" y="54368"/>
                  </a:lnTo>
                  <a:lnTo>
                    <a:pt x="283146" y="31026"/>
                  </a:lnTo>
                  <a:lnTo>
                    <a:pt x="277901" y="27203"/>
                  </a:lnTo>
                  <a:lnTo>
                    <a:pt x="272656" y="23596"/>
                  </a:lnTo>
                  <a:lnTo>
                    <a:pt x="261861" y="15201"/>
                  </a:lnTo>
                  <a:lnTo>
                    <a:pt x="257060" y="11925"/>
                  </a:lnTo>
                  <a:lnTo>
                    <a:pt x="251675" y="7696"/>
                  </a:lnTo>
                  <a:lnTo>
                    <a:pt x="235750" y="0"/>
                  </a:lnTo>
                  <a:lnTo>
                    <a:pt x="221996" y="3683"/>
                  </a:lnTo>
                  <a:lnTo>
                    <a:pt x="206298" y="15836"/>
                  </a:lnTo>
                  <a:lnTo>
                    <a:pt x="184543" y="33515"/>
                  </a:lnTo>
                  <a:lnTo>
                    <a:pt x="165265" y="48755"/>
                  </a:lnTo>
                  <a:lnTo>
                    <a:pt x="108292" y="94754"/>
                  </a:lnTo>
                  <a:lnTo>
                    <a:pt x="92583" y="106857"/>
                  </a:lnTo>
                  <a:lnTo>
                    <a:pt x="92583" y="52552"/>
                  </a:lnTo>
                  <a:lnTo>
                    <a:pt x="37680" y="52552"/>
                  </a:lnTo>
                  <a:lnTo>
                    <a:pt x="37680" y="142722"/>
                  </a:lnTo>
                  <a:lnTo>
                    <a:pt x="34886" y="146862"/>
                  </a:lnTo>
                  <a:lnTo>
                    <a:pt x="28511" y="153314"/>
                  </a:lnTo>
                  <a:lnTo>
                    <a:pt x="21539" y="159791"/>
                  </a:lnTo>
                  <a:lnTo>
                    <a:pt x="16954" y="163982"/>
                  </a:lnTo>
                  <a:lnTo>
                    <a:pt x="10185" y="170243"/>
                  </a:lnTo>
                  <a:lnTo>
                    <a:pt x="4813" y="176047"/>
                  </a:lnTo>
                  <a:lnTo>
                    <a:pt x="1358" y="182638"/>
                  </a:lnTo>
                  <a:lnTo>
                    <a:pt x="1270" y="182803"/>
                  </a:lnTo>
                  <a:lnTo>
                    <a:pt x="30137" y="217525"/>
                  </a:lnTo>
                  <a:lnTo>
                    <a:pt x="39966" y="215150"/>
                  </a:lnTo>
                  <a:lnTo>
                    <a:pt x="47828" y="209486"/>
                  </a:lnTo>
                  <a:lnTo>
                    <a:pt x="54660" y="202717"/>
                  </a:lnTo>
                  <a:lnTo>
                    <a:pt x="61353" y="197027"/>
                  </a:lnTo>
                  <a:lnTo>
                    <a:pt x="61480" y="448487"/>
                  </a:lnTo>
                  <a:lnTo>
                    <a:pt x="87757" y="476910"/>
                  </a:lnTo>
                  <a:lnTo>
                    <a:pt x="96329" y="476910"/>
                  </a:lnTo>
                  <a:lnTo>
                    <a:pt x="122008" y="477240"/>
                  </a:lnTo>
                  <a:lnTo>
                    <a:pt x="150342" y="477240"/>
                  </a:lnTo>
                  <a:lnTo>
                    <a:pt x="197027" y="476910"/>
                  </a:lnTo>
                  <a:lnTo>
                    <a:pt x="232575" y="476910"/>
                  </a:lnTo>
                  <a:lnTo>
                    <a:pt x="231165" y="471881"/>
                  </a:lnTo>
                  <a:lnTo>
                    <a:pt x="225171" y="470230"/>
                  </a:lnTo>
                  <a:lnTo>
                    <a:pt x="223126" y="462140"/>
                  </a:lnTo>
                  <a:lnTo>
                    <a:pt x="221894" y="448487"/>
                  </a:lnTo>
                  <a:lnTo>
                    <a:pt x="221691" y="435775"/>
                  </a:lnTo>
                  <a:lnTo>
                    <a:pt x="221640" y="404723"/>
                  </a:lnTo>
                  <a:lnTo>
                    <a:pt x="221767" y="389661"/>
                  </a:lnTo>
                  <a:lnTo>
                    <a:pt x="204876" y="381927"/>
                  </a:lnTo>
                  <a:lnTo>
                    <a:pt x="199517" y="365950"/>
                  </a:lnTo>
                  <a:lnTo>
                    <a:pt x="201676" y="346862"/>
                  </a:lnTo>
                  <a:lnTo>
                    <a:pt x="207302" y="329780"/>
                  </a:lnTo>
                  <a:lnTo>
                    <a:pt x="210959" y="321043"/>
                  </a:lnTo>
                  <a:lnTo>
                    <a:pt x="214541" y="317944"/>
                  </a:lnTo>
                  <a:lnTo>
                    <a:pt x="218541" y="310769"/>
                  </a:lnTo>
                  <a:lnTo>
                    <a:pt x="177634" y="310769"/>
                  </a:lnTo>
                  <a:lnTo>
                    <a:pt x="177634" y="435051"/>
                  </a:lnTo>
                  <a:lnTo>
                    <a:pt x="176885" y="435775"/>
                  </a:lnTo>
                  <a:lnTo>
                    <a:pt x="104419" y="435775"/>
                  </a:lnTo>
                  <a:lnTo>
                    <a:pt x="104419" y="199072"/>
                  </a:lnTo>
                  <a:lnTo>
                    <a:pt x="247611" y="199072"/>
                  </a:lnTo>
                  <a:lnTo>
                    <a:pt x="248183" y="197027"/>
                  </a:lnTo>
                  <a:lnTo>
                    <a:pt x="248361" y="196392"/>
                  </a:lnTo>
                  <a:lnTo>
                    <a:pt x="248488" y="195935"/>
                  </a:lnTo>
                  <a:lnTo>
                    <a:pt x="248856" y="196392"/>
                  </a:lnTo>
                  <a:lnTo>
                    <a:pt x="249212" y="195935"/>
                  </a:lnTo>
                  <a:lnTo>
                    <a:pt x="252145" y="192252"/>
                  </a:lnTo>
                  <a:lnTo>
                    <a:pt x="253530" y="190360"/>
                  </a:lnTo>
                  <a:lnTo>
                    <a:pt x="285292" y="165265"/>
                  </a:lnTo>
                  <a:lnTo>
                    <a:pt x="284175" y="161264"/>
                  </a:lnTo>
                  <a:lnTo>
                    <a:pt x="281305" y="160401"/>
                  </a:lnTo>
                  <a:lnTo>
                    <a:pt x="278650" y="157238"/>
                  </a:lnTo>
                  <a:lnTo>
                    <a:pt x="267601" y="132562"/>
                  </a:lnTo>
                  <a:lnTo>
                    <a:pt x="270865" y="106857"/>
                  </a:lnTo>
                  <a:lnTo>
                    <a:pt x="270903" y="106603"/>
                  </a:lnTo>
                  <a:lnTo>
                    <a:pt x="287489" y="85115"/>
                  </a:lnTo>
                  <a:lnTo>
                    <a:pt x="316318" y="73863"/>
                  </a:lnTo>
                  <a:lnTo>
                    <a:pt x="324942" y="73507"/>
                  </a:lnTo>
                  <a:lnTo>
                    <a:pt x="331825" y="74498"/>
                  </a:lnTo>
                  <a:lnTo>
                    <a:pt x="345579" y="78168"/>
                  </a:lnTo>
                  <a:close/>
                </a:path>
                <a:path w="551815" h="477519">
                  <a:moveTo>
                    <a:pt x="345897" y="78892"/>
                  </a:moveTo>
                  <a:lnTo>
                    <a:pt x="345262" y="79184"/>
                  </a:lnTo>
                  <a:lnTo>
                    <a:pt x="345579" y="79184"/>
                  </a:lnTo>
                  <a:lnTo>
                    <a:pt x="345897" y="78892"/>
                  </a:lnTo>
                  <a:close/>
                </a:path>
                <a:path w="551815" h="477519">
                  <a:moveTo>
                    <a:pt x="510298" y="246214"/>
                  </a:moveTo>
                  <a:lnTo>
                    <a:pt x="509155" y="239522"/>
                  </a:lnTo>
                  <a:lnTo>
                    <a:pt x="507060" y="231787"/>
                  </a:lnTo>
                  <a:lnTo>
                    <a:pt x="506476" y="230111"/>
                  </a:lnTo>
                  <a:lnTo>
                    <a:pt x="506374" y="229819"/>
                  </a:lnTo>
                  <a:lnTo>
                    <a:pt x="484505" y="192328"/>
                  </a:lnTo>
                  <a:lnTo>
                    <a:pt x="447954" y="167284"/>
                  </a:lnTo>
                  <a:lnTo>
                    <a:pt x="446049" y="165747"/>
                  </a:lnTo>
                  <a:lnTo>
                    <a:pt x="439242" y="164236"/>
                  </a:lnTo>
                  <a:lnTo>
                    <a:pt x="428701" y="173685"/>
                  </a:lnTo>
                  <a:lnTo>
                    <a:pt x="418528" y="164477"/>
                  </a:lnTo>
                  <a:lnTo>
                    <a:pt x="404939" y="169354"/>
                  </a:lnTo>
                  <a:lnTo>
                    <a:pt x="392899" y="176758"/>
                  </a:lnTo>
                  <a:lnTo>
                    <a:pt x="382981" y="184365"/>
                  </a:lnTo>
                  <a:lnTo>
                    <a:pt x="375716" y="189852"/>
                  </a:lnTo>
                  <a:lnTo>
                    <a:pt x="367893" y="183972"/>
                  </a:lnTo>
                  <a:lnTo>
                    <a:pt x="358228" y="176491"/>
                  </a:lnTo>
                  <a:lnTo>
                    <a:pt x="353669" y="173685"/>
                  </a:lnTo>
                  <a:lnTo>
                    <a:pt x="346671" y="169354"/>
                  </a:lnTo>
                  <a:lnTo>
                    <a:pt x="332663" y="164236"/>
                  </a:lnTo>
                  <a:lnTo>
                    <a:pt x="322122" y="173685"/>
                  </a:lnTo>
                  <a:lnTo>
                    <a:pt x="319265" y="171780"/>
                  </a:lnTo>
                  <a:lnTo>
                    <a:pt x="312991" y="164236"/>
                  </a:lnTo>
                  <a:lnTo>
                    <a:pt x="312204" y="164236"/>
                  </a:lnTo>
                  <a:lnTo>
                    <a:pt x="274523" y="185445"/>
                  </a:lnTo>
                  <a:lnTo>
                    <a:pt x="249859" y="219951"/>
                  </a:lnTo>
                  <a:lnTo>
                    <a:pt x="243687" y="246214"/>
                  </a:lnTo>
                  <a:lnTo>
                    <a:pt x="243560" y="247167"/>
                  </a:lnTo>
                  <a:lnTo>
                    <a:pt x="243459" y="248018"/>
                  </a:lnTo>
                  <a:lnTo>
                    <a:pt x="243395" y="248551"/>
                  </a:lnTo>
                  <a:lnTo>
                    <a:pt x="243306" y="249288"/>
                  </a:lnTo>
                  <a:lnTo>
                    <a:pt x="254088" y="246214"/>
                  </a:lnTo>
                  <a:lnTo>
                    <a:pt x="256514" y="246214"/>
                  </a:lnTo>
                  <a:lnTo>
                    <a:pt x="263398" y="246519"/>
                  </a:lnTo>
                  <a:lnTo>
                    <a:pt x="270395" y="248551"/>
                  </a:lnTo>
                  <a:lnTo>
                    <a:pt x="275602" y="250304"/>
                  </a:lnTo>
                  <a:lnTo>
                    <a:pt x="276364" y="247167"/>
                  </a:lnTo>
                  <a:lnTo>
                    <a:pt x="276390" y="246214"/>
                  </a:lnTo>
                  <a:lnTo>
                    <a:pt x="276428" y="245275"/>
                  </a:lnTo>
                  <a:lnTo>
                    <a:pt x="277114" y="241503"/>
                  </a:lnTo>
                  <a:lnTo>
                    <a:pt x="278663" y="236194"/>
                  </a:lnTo>
                  <a:lnTo>
                    <a:pt x="278752" y="235889"/>
                  </a:lnTo>
                  <a:lnTo>
                    <a:pt x="279120" y="235102"/>
                  </a:lnTo>
                  <a:lnTo>
                    <a:pt x="279107" y="234962"/>
                  </a:lnTo>
                  <a:lnTo>
                    <a:pt x="279946" y="233311"/>
                  </a:lnTo>
                  <a:lnTo>
                    <a:pt x="279184" y="234962"/>
                  </a:lnTo>
                  <a:lnTo>
                    <a:pt x="279908" y="233908"/>
                  </a:lnTo>
                  <a:lnTo>
                    <a:pt x="279831" y="239522"/>
                  </a:lnTo>
                  <a:lnTo>
                    <a:pt x="279501" y="244068"/>
                  </a:lnTo>
                  <a:lnTo>
                    <a:pt x="279412" y="245275"/>
                  </a:lnTo>
                  <a:lnTo>
                    <a:pt x="279323" y="246519"/>
                  </a:lnTo>
                  <a:lnTo>
                    <a:pt x="279222" y="248018"/>
                  </a:lnTo>
                  <a:lnTo>
                    <a:pt x="279120" y="249288"/>
                  </a:lnTo>
                  <a:lnTo>
                    <a:pt x="279057" y="250304"/>
                  </a:lnTo>
                  <a:lnTo>
                    <a:pt x="278993" y="251460"/>
                  </a:lnTo>
                  <a:lnTo>
                    <a:pt x="281152" y="256540"/>
                  </a:lnTo>
                  <a:lnTo>
                    <a:pt x="283349" y="258064"/>
                  </a:lnTo>
                  <a:lnTo>
                    <a:pt x="284975" y="260858"/>
                  </a:lnTo>
                  <a:lnTo>
                    <a:pt x="287718" y="267068"/>
                  </a:lnTo>
                  <a:lnTo>
                    <a:pt x="288963" y="273596"/>
                  </a:lnTo>
                  <a:lnTo>
                    <a:pt x="288645" y="280174"/>
                  </a:lnTo>
                  <a:lnTo>
                    <a:pt x="286727" y="286512"/>
                  </a:lnTo>
                  <a:lnTo>
                    <a:pt x="282257" y="294703"/>
                  </a:lnTo>
                  <a:lnTo>
                    <a:pt x="281000" y="297751"/>
                  </a:lnTo>
                  <a:lnTo>
                    <a:pt x="280898" y="297980"/>
                  </a:lnTo>
                  <a:lnTo>
                    <a:pt x="280784" y="298259"/>
                  </a:lnTo>
                  <a:lnTo>
                    <a:pt x="283883" y="302209"/>
                  </a:lnTo>
                  <a:lnTo>
                    <a:pt x="293090" y="311531"/>
                  </a:lnTo>
                  <a:lnTo>
                    <a:pt x="304939" y="330631"/>
                  </a:lnTo>
                  <a:lnTo>
                    <a:pt x="311759" y="354126"/>
                  </a:lnTo>
                  <a:lnTo>
                    <a:pt x="310515" y="374065"/>
                  </a:lnTo>
                  <a:lnTo>
                    <a:pt x="298208" y="382485"/>
                  </a:lnTo>
                  <a:lnTo>
                    <a:pt x="294576" y="382485"/>
                  </a:lnTo>
                  <a:lnTo>
                    <a:pt x="289864" y="380631"/>
                  </a:lnTo>
                  <a:lnTo>
                    <a:pt x="287439" y="379412"/>
                  </a:lnTo>
                  <a:lnTo>
                    <a:pt x="287388" y="458736"/>
                  </a:lnTo>
                  <a:lnTo>
                    <a:pt x="288251" y="462991"/>
                  </a:lnTo>
                  <a:lnTo>
                    <a:pt x="288353" y="463473"/>
                  </a:lnTo>
                  <a:lnTo>
                    <a:pt x="301244" y="463473"/>
                  </a:lnTo>
                  <a:lnTo>
                    <a:pt x="319747" y="440931"/>
                  </a:lnTo>
                  <a:lnTo>
                    <a:pt x="321856" y="440931"/>
                  </a:lnTo>
                  <a:lnTo>
                    <a:pt x="326186" y="456438"/>
                  </a:lnTo>
                  <a:lnTo>
                    <a:pt x="336359" y="462991"/>
                  </a:lnTo>
                  <a:lnTo>
                    <a:pt x="348068" y="462241"/>
                  </a:lnTo>
                  <a:lnTo>
                    <a:pt x="357009" y="455866"/>
                  </a:lnTo>
                  <a:lnTo>
                    <a:pt x="361010" y="450240"/>
                  </a:lnTo>
                  <a:lnTo>
                    <a:pt x="360768" y="446874"/>
                  </a:lnTo>
                  <a:lnTo>
                    <a:pt x="360667" y="440931"/>
                  </a:lnTo>
                  <a:lnTo>
                    <a:pt x="360667" y="382485"/>
                  </a:lnTo>
                  <a:lnTo>
                    <a:pt x="360654" y="299491"/>
                  </a:lnTo>
                  <a:lnTo>
                    <a:pt x="362851" y="299008"/>
                  </a:lnTo>
                  <a:lnTo>
                    <a:pt x="365175" y="298627"/>
                  </a:lnTo>
                  <a:lnTo>
                    <a:pt x="367449" y="297751"/>
                  </a:lnTo>
                  <a:lnTo>
                    <a:pt x="372884" y="295325"/>
                  </a:lnTo>
                  <a:lnTo>
                    <a:pt x="375793" y="294703"/>
                  </a:lnTo>
                  <a:lnTo>
                    <a:pt x="376186" y="297751"/>
                  </a:lnTo>
                  <a:lnTo>
                    <a:pt x="376110" y="298462"/>
                  </a:lnTo>
                  <a:lnTo>
                    <a:pt x="374230" y="307289"/>
                  </a:lnTo>
                  <a:lnTo>
                    <a:pt x="371398" y="319430"/>
                  </a:lnTo>
                  <a:lnTo>
                    <a:pt x="367296" y="338531"/>
                  </a:lnTo>
                  <a:lnTo>
                    <a:pt x="363956" y="357060"/>
                  </a:lnTo>
                  <a:lnTo>
                    <a:pt x="363448" y="367461"/>
                  </a:lnTo>
                  <a:lnTo>
                    <a:pt x="367550" y="371729"/>
                  </a:lnTo>
                  <a:lnTo>
                    <a:pt x="374624" y="375132"/>
                  </a:lnTo>
                  <a:lnTo>
                    <a:pt x="382676" y="377698"/>
                  </a:lnTo>
                  <a:lnTo>
                    <a:pt x="389724" y="379412"/>
                  </a:lnTo>
                  <a:lnTo>
                    <a:pt x="389699" y="380631"/>
                  </a:lnTo>
                  <a:lnTo>
                    <a:pt x="389585" y="387769"/>
                  </a:lnTo>
                  <a:lnTo>
                    <a:pt x="389483" y="393738"/>
                  </a:lnTo>
                  <a:lnTo>
                    <a:pt x="389369" y="420484"/>
                  </a:lnTo>
                  <a:lnTo>
                    <a:pt x="390017" y="439889"/>
                  </a:lnTo>
                  <a:lnTo>
                    <a:pt x="392544" y="453567"/>
                  </a:lnTo>
                  <a:lnTo>
                    <a:pt x="399757" y="461022"/>
                  </a:lnTo>
                  <a:lnTo>
                    <a:pt x="409067" y="463473"/>
                  </a:lnTo>
                  <a:lnTo>
                    <a:pt x="418465" y="461302"/>
                  </a:lnTo>
                  <a:lnTo>
                    <a:pt x="425907" y="454837"/>
                  </a:lnTo>
                  <a:lnTo>
                    <a:pt x="428358" y="442188"/>
                  </a:lnTo>
                  <a:lnTo>
                    <a:pt x="429018" y="420484"/>
                  </a:lnTo>
                  <a:lnTo>
                    <a:pt x="428891" y="410019"/>
                  </a:lnTo>
                  <a:lnTo>
                    <a:pt x="428828" y="404850"/>
                  </a:lnTo>
                  <a:lnTo>
                    <a:pt x="428752" y="398119"/>
                  </a:lnTo>
                  <a:lnTo>
                    <a:pt x="428675" y="393738"/>
                  </a:lnTo>
                  <a:lnTo>
                    <a:pt x="428548" y="387769"/>
                  </a:lnTo>
                  <a:lnTo>
                    <a:pt x="428472" y="383514"/>
                  </a:lnTo>
                  <a:lnTo>
                    <a:pt x="430631" y="383514"/>
                  </a:lnTo>
                  <a:lnTo>
                    <a:pt x="430745" y="442188"/>
                  </a:lnTo>
                  <a:lnTo>
                    <a:pt x="432244" y="451192"/>
                  </a:lnTo>
                  <a:lnTo>
                    <a:pt x="432346" y="451840"/>
                  </a:lnTo>
                  <a:lnTo>
                    <a:pt x="438023" y="460044"/>
                  </a:lnTo>
                  <a:lnTo>
                    <a:pt x="449999" y="463435"/>
                  </a:lnTo>
                  <a:lnTo>
                    <a:pt x="463372" y="458736"/>
                  </a:lnTo>
                  <a:lnTo>
                    <a:pt x="468884" y="446874"/>
                  </a:lnTo>
                  <a:lnTo>
                    <a:pt x="469798" y="431266"/>
                  </a:lnTo>
                  <a:lnTo>
                    <a:pt x="469519" y="420484"/>
                  </a:lnTo>
                  <a:lnTo>
                    <a:pt x="469455" y="417703"/>
                  </a:lnTo>
                  <a:lnTo>
                    <a:pt x="469392" y="415277"/>
                  </a:lnTo>
                  <a:lnTo>
                    <a:pt x="459701" y="415277"/>
                  </a:lnTo>
                  <a:lnTo>
                    <a:pt x="459701" y="410019"/>
                  </a:lnTo>
                  <a:lnTo>
                    <a:pt x="461352" y="404850"/>
                  </a:lnTo>
                  <a:lnTo>
                    <a:pt x="463283" y="393738"/>
                  </a:lnTo>
                  <a:lnTo>
                    <a:pt x="465074" y="387769"/>
                  </a:lnTo>
                  <a:lnTo>
                    <a:pt x="465074" y="383514"/>
                  </a:lnTo>
                  <a:lnTo>
                    <a:pt x="465074" y="382485"/>
                  </a:lnTo>
                  <a:lnTo>
                    <a:pt x="450405" y="375488"/>
                  </a:lnTo>
                  <a:lnTo>
                    <a:pt x="457390" y="327012"/>
                  </a:lnTo>
                  <a:lnTo>
                    <a:pt x="477418" y="302209"/>
                  </a:lnTo>
                  <a:lnTo>
                    <a:pt x="481228" y="298462"/>
                  </a:lnTo>
                  <a:lnTo>
                    <a:pt x="479018" y="295325"/>
                  </a:lnTo>
                  <a:lnTo>
                    <a:pt x="478053" y="294703"/>
                  </a:lnTo>
                  <a:lnTo>
                    <a:pt x="476288" y="293560"/>
                  </a:lnTo>
                  <a:lnTo>
                    <a:pt x="474103" y="289877"/>
                  </a:lnTo>
                  <a:lnTo>
                    <a:pt x="471144" y="283070"/>
                  </a:lnTo>
                  <a:lnTo>
                    <a:pt x="470408" y="277025"/>
                  </a:lnTo>
                  <a:lnTo>
                    <a:pt x="471055" y="271246"/>
                  </a:lnTo>
                  <a:lnTo>
                    <a:pt x="472236" y="265239"/>
                  </a:lnTo>
                  <a:lnTo>
                    <a:pt x="472147" y="260858"/>
                  </a:lnTo>
                  <a:lnTo>
                    <a:pt x="472046" y="255282"/>
                  </a:lnTo>
                  <a:lnTo>
                    <a:pt x="471919" y="249288"/>
                  </a:lnTo>
                  <a:lnTo>
                    <a:pt x="471817" y="244068"/>
                  </a:lnTo>
                  <a:lnTo>
                    <a:pt x="471716" y="238594"/>
                  </a:lnTo>
                  <a:lnTo>
                    <a:pt x="471614" y="233908"/>
                  </a:lnTo>
                  <a:lnTo>
                    <a:pt x="471601" y="233311"/>
                  </a:lnTo>
                  <a:lnTo>
                    <a:pt x="471538" y="229819"/>
                  </a:lnTo>
                  <a:lnTo>
                    <a:pt x="471881" y="230111"/>
                  </a:lnTo>
                  <a:lnTo>
                    <a:pt x="471982" y="230822"/>
                  </a:lnTo>
                  <a:lnTo>
                    <a:pt x="472249" y="230974"/>
                  </a:lnTo>
                  <a:lnTo>
                    <a:pt x="474865" y="236194"/>
                  </a:lnTo>
                  <a:lnTo>
                    <a:pt x="476796" y="244068"/>
                  </a:lnTo>
                  <a:lnTo>
                    <a:pt x="478459" y="253250"/>
                  </a:lnTo>
                  <a:lnTo>
                    <a:pt x="478536" y="253606"/>
                  </a:lnTo>
                  <a:lnTo>
                    <a:pt x="476719" y="255282"/>
                  </a:lnTo>
                  <a:lnTo>
                    <a:pt x="480872" y="253250"/>
                  </a:lnTo>
                  <a:lnTo>
                    <a:pt x="483400" y="251460"/>
                  </a:lnTo>
                  <a:lnTo>
                    <a:pt x="489877" y="248018"/>
                  </a:lnTo>
                  <a:lnTo>
                    <a:pt x="495693" y="246519"/>
                  </a:lnTo>
                  <a:lnTo>
                    <a:pt x="495427" y="246519"/>
                  </a:lnTo>
                  <a:lnTo>
                    <a:pt x="501142" y="246214"/>
                  </a:lnTo>
                  <a:lnTo>
                    <a:pt x="510298" y="246214"/>
                  </a:lnTo>
                  <a:close/>
                </a:path>
                <a:path w="551815" h="477519">
                  <a:moveTo>
                    <a:pt x="551205" y="359181"/>
                  </a:moveTo>
                  <a:lnTo>
                    <a:pt x="538302" y="323037"/>
                  </a:lnTo>
                  <a:lnTo>
                    <a:pt x="520395" y="305003"/>
                  </a:lnTo>
                  <a:lnTo>
                    <a:pt x="515785" y="301180"/>
                  </a:lnTo>
                  <a:lnTo>
                    <a:pt x="508139" y="299491"/>
                  </a:lnTo>
                  <a:lnTo>
                    <a:pt x="503008" y="304850"/>
                  </a:lnTo>
                  <a:lnTo>
                    <a:pt x="497128" y="299720"/>
                  </a:lnTo>
                  <a:lnTo>
                    <a:pt x="464058" y="330441"/>
                  </a:lnTo>
                  <a:lnTo>
                    <a:pt x="456184" y="367017"/>
                  </a:lnTo>
                  <a:lnTo>
                    <a:pt x="461619" y="375780"/>
                  </a:lnTo>
                  <a:lnTo>
                    <a:pt x="469328" y="374573"/>
                  </a:lnTo>
                  <a:lnTo>
                    <a:pt x="473671" y="367106"/>
                  </a:lnTo>
                  <a:lnTo>
                    <a:pt x="475843" y="347649"/>
                  </a:lnTo>
                  <a:lnTo>
                    <a:pt x="476923" y="347649"/>
                  </a:lnTo>
                  <a:lnTo>
                    <a:pt x="476135" y="362331"/>
                  </a:lnTo>
                  <a:lnTo>
                    <a:pt x="474129" y="378396"/>
                  </a:lnTo>
                  <a:lnTo>
                    <a:pt x="471360" y="394208"/>
                  </a:lnTo>
                  <a:lnTo>
                    <a:pt x="468312" y="408101"/>
                  </a:lnTo>
                  <a:lnTo>
                    <a:pt x="479069" y="408101"/>
                  </a:lnTo>
                  <a:lnTo>
                    <a:pt x="479069" y="457288"/>
                  </a:lnTo>
                  <a:lnTo>
                    <a:pt x="481799" y="463981"/>
                  </a:lnTo>
                  <a:lnTo>
                    <a:pt x="488162" y="467106"/>
                  </a:lnTo>
                  <a:lnTo>
                    <a:pt x="495376" y="466102"/>
                  </a:lnTo>
                  <a:lnTo>
                    <a:pt x="500697" y="460451"/>
                  </a:lnTo>
                  <a:lnTo>
                    <a:pt x="501662" y="451307"/>
                  </a:lnTo>
                  <a:lnTo>
                    <a:pt x="501916" y="435127"/>
                  </a:lnTo>
                  <a:lnTo>
                    <a:pt x="501688" y="408101"/>
                  </a:lnTo>
                  <a:lnTo>
                    <a:pt x="502754" y="408101"/>
                  </a:lnTo>
                  <a:lnTo>
                    <a:pt x="502500" y="434708"/>
                  </a:lnTo>
                  <a:lnTo>
                    <a:pt x="502666" y="450659"/>
                  </a:lnTo>
                  <a:lnTo>
                    <a:pt x="503440" y="459714"/>
                  </a:lnTo>
                  <a:lnTo>
                    <a:pt x="508558" y="465848"/>
                  </a:lnTo>
                  <a:lnTo>
                    <a:pt x="515912" y="467144"/>
                  </a:lnTo>
                  <a:lnTo>
                    <a:pt x="522503" y="464134"/>
                  </a:lnTo>
                  <a:lnTo>
                    <a:pt x="525373" y="457288"/>
                  </a:lnTo>
                  <a:lnTo>
                    <a:pt x="525373" y="408101"/>
                  </a:lnTo>
                  <a:lnTo>
                    <a:pt x="537210" y="408101"/>
                  </a:lnTo>
                  <a:lnTo>
                    <a:pt x="535597" y="400735"/>
                  </a:lnTo>
                  <a:lnTo>
                    <a:pt x="528574" y="361035"/>
                  </a:lnTo>
                  <a:lnTo>
                    <a:pt x="528599" y="343547"/>
                  </a:lnTo>
                  <a:lnTo>
                    <a:pt x="528942" y="343839"/>
                  </a:lnTo>
                  <a:lnTo>
                    <a:pt x="529056" y="344551"/>
                  </a:lnTo>
                  <a:lnTo>
                    <a:pt x="529386" y="344843"/>
                  </a:lnTo>
                  <a:lnTo>
                    <a:pt x="531545" y="352005"/>
                  </a:lnTo>
                  <a:lnTo>
                    <a:pt x="533425" y="368439"/>
                  </a:lnTo>
                  <a:lnTo>
                    <a:pt x="536232" y="374815"/>
                  </a:lnTo>
                  <a:lnTo>
                    <a:pt x="542594" y="377367"/>
                  </a:lnTo>
                  <a:lnTo>
                    <a:pt x="547776" y="377367"/>
                  </a:lnTo>
                  <a:lnTo>
                    <a:pt x="550367" y="373888"/>
                  </a:lnTo>
                  <a:lnTo>
                    <a:pt x="551205" y="368630"/>
                  </a:lnTo>
                  <a:lnTo>
                    <a:pt x="551205" y="359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47426" y="1511495"/>
              <a:ext cx="83074" cy="779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154387" y="1510502"/>
              <a:ext cx="82897" cy="7851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608887" y="1454598"/>
              <a:ext cx="3685540" cy="431165"/>
            </a:xfrm>
            <a:custGeom>
              <a:avLst/>
              <a:gdLst/>
              <a:ahLst/>
              <a:cxnLst/>
              <a:rect l="l" t="t" r="r" b="b"/>
              <a:pathLst>
                <a:path w="3685540" h="431164">
                  <a:moveTo>
                    <a:pt x="427393" y="384022"/>
                  </a:moveTo>
                  <a:lnTo>
                    <a:pt x="414616" y="383667"/>
                  </a:lnTo>
                  <a:lnTo>
                    <a:pt x="413715" y="383667"/>
                  </a:lnTo>
                  <a:lnTo>
                    <a:pt x="413359" y="376555"/>
                  </a:lnTo>
                  <a:lnTo>
                    <a:pt x="413372" y="355574"/>
                  </a:lnTo>
                  <a:lnTo>
                    <a:pt x="413385" y="286702"/>
                  </a:lnTo>
                  <a:lnTo>
                    <a:pt x="413423" y="273837"/>
                  </a:lnTo>
                  <a:lnTo>
                    <a:pt x="413512" y="235102"/>
                  </a:lnTo>
                  <a:lnTo>
                    <a:pt x="413626" y="224205"/>
                  </a:lnTo>
                  <a:lnTo>
                    <a:pt x="412419" y="218973"/>
                  </a:lnTo>
                  <a:lnTo>
                    <a:pt x="407746" y="214426"/>
                  </a:lnTo>
                  <a:lnTo>
                    <a:pt x="396773" y="204965"/>
                  </a:lnTo>
                  <a:lnTo>
                    <a:pt x="357047" y="169875"/>
                  </a:lnTo>
                  <a:lnTo>
                    <a:pt x="331990" y="148285"/>
                  </a:lnTo>
                  <a:lnTo>
                    <a:pt x="319087" y="137033"/>
                  </a:lnTo>
                  <a:lnTo>
                    <a:pt x="318325" y="136359"/>
                  </a:lnTo>
                  <a:lnTo>
                    <a:pt x="318325" y="204965"/>
                  </a:lnTo>
                  <a:lnTo>
                    <a:pt x="318325" y="273837"/>
                  </a:lnTo>
                  <a:lnTo>
                    <a:pt x="318325" y="286702"/>
                  </a:lnTo>
                  <a:lnTo>
                    <a:pt x="318325" y="355574"/>
                  </a:lnTo>
                  <a:lnTo>
                    <a:pt x="250088" y="355574"/>
                  </a:lnTo>
                  <a:lnTo>
                    <a:pt x="250088" y="286702"/>
                  </a:lnTo>
                  <a:lnTo>
                    <a:pt x="318325" y="286702"/>
                  </a:lnTo>
                  <a:lnTo>
                    <a:pt x="318325" y="273837"/>
                  </a:lnTo>
                  <a:lnTo>
                    <a:pt x="250088" y="273837"/>
                  </a:lnTo>
                  <a:lnTo>
                    <a:pt x="250088" y="204965"/>
                  </a:lnTo>
                  <a:lnTo>
                    <a:pt x="318325" y="204965"/>
                  </a:lnTo>
                  <a:lnTo>
                    <a:pt x="318325" y="136359"/>
                  </a:lnTo>
                  <a:lnTo>
                    <a:pt x="276847" y="99402"/>
                  </a:lnTo>
                  <a:lnTo>
                    <a:pt x="254838" y="80124"/>
                  </a:lnTo>
                  <a:lnTo>
                    <a:pt x="243001" y="70205"/>
                  </a:lnTo>
                  <a:lnTo>
                    <a:pt x="242735" y="70205"/>
                  </a:lnTo>
                  <a:lnTo>
                    <a:pt x="232549" y="79070"/>
                  </a:lnTo>
                  <a:lnTo>
                    <a:pt x="232549" y="204965"/>
                  </a:lnTo>
                  <a:lnTo>
                    <a:pt x="232549" y="273837"/>
                  </a:lnTo>
                  <a:lnTo>
                    <a:pt x="232549" y="286702"/>
                  </a:lnTo>
                  <a:lnTo>
                    <a:pt x="232549" y="355574"/>
                  </a:lnTo>
                  <a:lnTo>
                    <a:pt x="164299" y="355574"/>
                  </a:lnTo>
                  <a:lnTo>
                    <a:pt x="164299" y="286702"/>
                  </a:lnTo>
                  <a:lnTo>
                    <a:pt x="232549" y="286702"/>
                  </a:lnTo>
                  <a:lnTo>
                    <a:pt x="232549" y="273837"/>
                  </a:lnTo>
                  <a:lnTo>
                    <a:pt x="164299" y="273837"/>
                  </a:lnTo>
                  <a:lnTo>
                    <a:pt x="164299" y="204965"/>
                  </a:lnTo>
                  <a:lnTo>
                    <a:pt x="232549" y="204965"/>
                  </a:lnTo>
                  <a:lnTo>
                    <a:pt x="232549" y="79070"/>
                  </a:lnTo>
                  <a:lnTo>
                    <a:pt x="152730" y="148463"/>
                  </a:lnTo>
                  <a:lnTo>
                    <a:pt x="144767" y="155219"/>
                  </a:lnTo>
                  <a:lnTo>
                    <a:pt x="128016" y="170281"/>
                  </a:lnTo>
                  <a:lnTo>
                    <a:pt x="120091" y="177190"/>
                  </a:lnTo>
                  <a:lnTo>
                    <a:pt x="117132" y="179666"/>
                  </a:lnTo>
                  <a:lnTo>
                    <a:pt x="109105" y="186842"/>
                  </a:lnTo>
                  <a:lnTo>
                    <a:pt x="106400" y="188887"/>
                  </a:lnTo>
                  <a:lnTo>
                    <a:pt x="103695" y="191490"/>
                  </a:lnTo>
                  <a:lnTo>
                    <a:pt x="95643" y="198793"/>
                  </a:lnTo>
                  <a:lnTo>
                    <a:pt x="92481" y="201345"/>
                  </a:lnTo>
                  <a:lnTo>
                    <a:pt x="90525" y="203034"/>
                  </a:lnTo>
                  <a:lnTo>
                    <a:pt x="87426" y="205905"/>
                  </a:lnTo>
                  <a:lnTo>
                    <a:pt x="75323" y="216827"/>
                  </a:lnTo>
                  <a:lnTo>
                    <a:pt x="73494" y="218376"/>
                  </a:lnTo>
                  <a:lnTo>
                    <a:pt x="73139" y="218376"/>
                  </a:lnTo>
                  <a:lnTo>
                    <a:pt x="72263" y="218732"/>
                  </a:lnTo>
                  <a:lnTo>
                    <a:pt x="71843" y="220865"/>
                  </a:lnTo>
                  <a:lnTo>
                    <a:pt x="71869" y="363804"/>
                  </a:lnTo>
                  <a:lnTo>
                    <a:pt x="71475" y="383667"/>
                  </a:lnTo>
                  <a:lnTo>
                    <a:pt x="56845" y="383806"/>
                  </a:lnTo>
                  <a:lnTo>
                    <a:pt x="57188" y="386219"/>
                  </a:lnTo>
                  <a:lnTo>
                    <a:pt x="57099" y="402132"/>
                  </a:lnTo>
                  <a:lnTo>
                    <a:pt x="56845" y="414845"/>
                  </a:lnTo>
                  <a:lnTo>
                    <a:pt x="57442" y="424510"/>
                  </a:lnTo>
                  <a:lnTo>
                    <a:pt x="61277" y="429475"/>
                  </a:lnTo>
                  <a:lnTo>
                    <a:pt x="61798" y="429475"/>
                  </a:lnTo>
                  <a:lnTo>
                    <a:pt x="71602" y="430822"/>
                  </a:lnTo>
                  <a:lnTo>
                    <a:pt x="410730" y="430822"/>
                  </a:lnTo>
                  <a:lnTo>
                    <a:pt x="420192" y="429475"/>
                  </a:lnTo>
                  <a:lnTo>
                    <a:pt x="423684" y="425208"/>
                  </a:lnTo>
                  <a:lnTo>
                    <a:pt x="424230" y="416433"/>
                  </a:lnTo>
                  <a:lnTo>
                    <a:pt x="424192" y="399275"/>
                  </a:lnTo>
                  <a:lnTo>
                    <a:pt x="424014" y="391121"/>
                  </a:lnTo>
                  <a:lnTo>
                    <a:pt x="427393" y="384022"/>
                  </a:lnTo>
                  <a:close/>
                </a:path>
                <a:path w="3685540" h="431164">
                  <a:moveTo>
                    <a:pt x="485927" y="208622"/>
                  </a:moveTo>
                  <a:lnTo>
                    <a:pt x="464781" y="183337"/>
                  </a:lnTo>
                  <a:lnTo>
                    <a:pt x="415798" y="141147"/>
                  </a:lnTo>
                  <a:lnTo>
                    <a:pt x="414667" y="140169"/>
                  </a:lnTo>
                  <a:lnTo>
                    <a:pt x="413893" y="141147"/>
                  </a:lnTo>
                  <a:lnTo>
                    <a:pt x="413905" y="79095"/>
                  </a:lnTo>
                  <a:lnTo>
                    <a:pt x="414020" y="55079"/>
                  </a:lnTo>
                  <a:lnTo>
                    <a:pt x="414083" y="50825"/>
                  </a:lnTo>
                  <a:lnTo>
                    <a:pt x="414172" y="43967"/>
                  </a:lnTo>
                  <a:lnTo>
                    <a:pt x="412953" y="34975"/>
                  </a:lnTo>
                  <a:lnTo>
                    <a:pt x="407695" y="32283"/>
                  </a:lnTo>
                  <a:lnTo>
                    <a:pt x="352361" y="32283"/>
                  </a:lnTo>
                  <a:lnTo>
                    <a:pt x="345821" y="33870"/>
                  </a:lnTo>
                  <a:lnTo>
                    <a:pt x="343789" y="40551"/>
                  </a:lnTo>
                  <a:lnTo>
                    <a:pt x="343916" y="64312"/>
                  </a:lnTo>
                  <a:lnTo>
                    <a:pt x="344144" y="68351"/>
                  </a:lnTo>
                  <a:lnTo>
                    <a:pt x="344246" y="70205"/>
                  </a:lnTo>
                  <a:lnTo>
                    <a:pt x="344322" y="71437"/>
                  </a:lnTo>
                  <a:lnTo>
                    <a:pt x="343814" y="79095"/>
                  </a:lnTo>
                  <a:lnTo>
                    <a:pt x="334327" y="71437"/>
                  </a:lnTo>
                  <a:lnTo>
                    <a:pt x="315544" y="55079"/>
                  </a:lnTo>
                  <a:lnTo>
                    <a:pt x="304698" y="45504"/>
                  </a:lnTo>
                  <a:lnTo>
                    <a:pt x="262128" y="8178"/>
                  </a:lnTo>
                  <a:lnTo>
                    <a:pt x="260070" y="6477"/>
                  </a:lnTo>
                  <a:lnTo>
                    <a:pt x="258597" y="5054"/>
                  </a:lnTo>
                  <a:lnTo>
                    <a:pt x="256844" y="3886"/>
                  </a:lnTo>
                  <a:lnTo>
                    <a:pt x="253428" y="1612"/>
                  </a:lnTo>
                  <a:lnTo>
                    <a:pt x="251498" y="1435"/>
                  </a:lnTo>
                  <a:lnTo>
                    <a:pt x="248526" y="0"/>
                  </a:lnTo>
                  <a:lnTo>
                    <a:pt x="236207" y="0"/>
                  </a:lnTo>
                  <a:lnTo>
                    <a:pt x="229806" y="3886"/>
                  </a:lnTo>
                  <a:lnTo>
                    <a:pt x="230911" y="825"/>
                  </a:lnTo>
                  <a:lnTo>
                    <a:pt x="220014" y="11074"/>
                  </a:lnTo>
                  <a:lnTo>
                    <a:pt x="213144" y="17233"/>
                  </a:lnTo>
                  <a:lnTo>
                    <a:pt x="205613" y="23609"/>
                  </a:lnTo>
                  <a:lnTo>
                    <a:pt x="197967" y="29984"/>
                  </a:lnTo>
                  <a:lnTo>
                    <a:pt x="190728" y="36118"/>
                  </a:lnTo>
                  <a:lnTo>
                    <a:pt x="165150" y="58331"/>
                  </a:lnTo>
                  <a:lnTo>
                    <a:pt x="153479" y="68351"/>
                  </a:lnTo>
                  <a:lnTo>
                    <a:pt x="128816" y="90144"/>
                  </a:lnTo>
                  <a:lnTo>
                    <a:pt x="103111" y="111607"/>
                  </a:lnTo>
                  <a:lnTo>
                    <a:pt x="72237" y="138544"/>
                  </a:lnTo>
                  <a:lnTo>
                    <a:pt x="58064" y="150812"/>
                  </a:lnTo>
                  <a:lnTo>
                    <a:pt x="317" y="202463"/>
                  </a:lnTo>
                  <a:lnTo>
                    <a:pt x="114" y="202730"/>
                  </a:lnTo>
                  <a:lnTo>
                    <a:pt x="0" y="208622"/>
                  </a:lnTo>
                  <a:lnTo>
                    <a:pt x="3987" y="214426"/>
                  </a:lnTo>
                  <a:lnTo>
                    <a:pt x="4013" y="214769"/>
                  </a:lnTo>
                  <a:lnTo>
                    <a:pt x="2438" y="218376"/>
                  </a:lnTo>
                  <a:lnTo>
                    <a:pt x="23596" y="218376"/>
                  </a:lnTo>
                  <a:lnTo>
                    <a:pt x="33134" y="218579"/>
                  </a:lnTo>
                  <a:lnTo>
                    <a:pt x="37592" y="218579"/>
                  </a:lnTo>
                  <a:lnTo>
                    <a:pt x="42583" y="218376"/>
                  </a:lnTo>
                  <a:lnTo>
                    <a:pt x="47967" y="218376"/>
                  </a:lnTo>
                  <a:lnTo>
                    <a:pt x="55118" y="210654"/>
                  </a:lnTo>
                  <a:lnTo>
                    <a:pt x="59753" y="206717"/>
                  </a:lnTo>
                  <a:lnTo>
                    <a:pt x="70104" y="197739"/>
                  </a:lnTo>
                  <a:lnTo>
                    <a:pt x="91363" y="178727"/>
                  </a:lnTo>
                  <a:lnTo>
                    <a:pt x="214782" y="70205"/>
                  </a:lnTo>
                  <a:lnTo>
                    <a:pt x="221399" y="64312"/>
                  </a:lnTo>
                  <a:lnTo>
                    <a:pt x="228942" y="57467"/>
                  </a:lnTo>
                  <a:lnTo>
                    <a:pt x="236410" y="50825"/>
                  </a:lnTo>
                  <a:lnTo>
                    <a:pt x="242874" y="45504"/>
                  </a:lnTo>
                  <a:lnTo>
                    <a:pt x="321602" y="114604"/>
                  </a:lnTo>
                  <a:lnTo>
                    <a:pt x="333908" y="125755"/>
                  </a:lnTo>
                  <a:lnTo>
                    <a:pt x="361238" y="149275"/>
                  </a:lnTo>
                  <a:lnTo>
                    <a:pt x="435165" y="214769"/>
                  </a:lnTo>
                  <a:lnTo>
                    <a:pt x="438086" y="218376"/>
                  </a:lnTo>
                  <a:lnTo>
                    <a:pt x="442696" y="218376"/>
                  </a:lnTo>
                  <a:lnTo>
                    <a:pt x="446278" y="218579"/>
                  </a:lnTo>
                  <a:lnTo>
                    <a:pt x="451967" y="218579"/>
                  </a:lnTo>
                  <a:lnTo>
                    <a:pt x="460336" y="218376"/>
                  </a:lnTo>
                  <a:lnTo>
                    <a:pt x="481406" y="218376"/>
                  </a:lnTo>
                  <a:lnTo>
                    <a:pt x="485927" y="208622"/>
                  </a:lnTo>
                  <a:close/>
                </a:path>
                <a:path w="3685540" h="431164">
                  <a:moveTo>
                    <a:pt x="3441065" y="245465"/>
                  </a:moveTo>
                  <a:lnTo>
                    <a:pt x="3438918" y="237172"/>
                  </a:lnTo>
                  <a:lnTo>
                    <a:pt x="3433267" y="230276"/>
                  </a:lnTo>
                  <a:lnTo>
                    <a:pt x="3425355" y="225640"/>
                  </a:lnTo>
                  <a:lnTo>
                    <a:pt x="3416389" y="224104"/>
                  </a:lnTo>
                  <a:lnTo>
                    <a:pt x="3407600" y="226072"/>
                  </a:lnTo>
                  <a:lnTo>
                    <a:pt x="3399993" y="230924"/>
                  </a:lnTo>
                  <a:lnTo>
                    <a:pt x="3394646" y="237959"/>
                  </a:lnTo>
                  <a:lnTo>
                    <a:pt x="3392614" y="246494"/>
                  </a:lnTo>
                  <a:lnTo>
                    <a:pt x="3400183" y="264375"/>
                  </a:lnTo>
                  <a:lnTo>
                    <a:pt x="3416846" y="270776"/>
                  </a:lnTo>
                  <a:lnTo>
                    <a:pt x="3433495" y="264782"/>
                  </a:lnTo>
                  <a:lnTo>
                    <a:pt x="3441065" y="245465"/>
                  </a:lnTo>
                  <a:close/>
                </a:path>
                <a:path w="3685540" h="431164">
                  <a:moveTo>
                    <a:pt x="3685451" y="246494"/>
                  </a:moveTo>
                  <a:lnTo>
                    <a:pt x="3680955" y="233972"/>
                  </a:lnTo>
                  <a:lnTo>
                    <a:pt x="3669931" y="226021"/>
                  </a:lnTo>
                  <a:lnTo>
                    <a:pt x="3656012" y="224574"/>
                  </a:lnTo>
                  <a:lnTo>
                    <a:pt x="3642868" y="231584"/>
                  </a:lnTo>
                  <a:lnTo>
                    <a:pt x="3638715" y="235851"/>
                  </a:lnTo>
                  <a:lnTo>
                    <a:pt x="3635933" y="240804"/>
                  </a:lnTo>
                  <a:lnTo>
                    <a:pt x="3635933" y="248539"/>
                  </a:lnTo>
                  <a:lnTo>
                    <a:pt x="3643668" y="265112"/>
                  </a:lnTo>
                  <a:lnTo>
                    <a:pt x="3660686" y="271119"/>
                  </a:lnTo>
                  <a:lnTo>
                    <a:pt x="3677716" y="265315"/>
                  </a:lnTo>
                  <a:lnTo>
                    <a:pt x="3685451" y="2464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429335" y="1419806"/>
              <a:ext cx="120620" cy="13800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560134" y="1452836"/>
              <a:ext cx="1599565" cy="144145"/>
            </a:xfrm>
            <a:custGeom>
              <a:avLst/>
              <a:gdLst/>
              <a:ahLst/>
              <a:cxnLst/>
              <a:rect l="l" t="t" r="r" b="b"/>
              <a:pathLst>
                <a:path w="1599565" h="144144">
                  <a:moveTo>
                    <a:pt x="50670" y="0"/>
                  </a:moveTo>
                  <a:lnTo>
                    <a:pt x="30028" y="3855"/>
                  </a:lnTo>
                  <a:lnTo>
                    <a:pt x="14024" y="14758"/>
                  </a:lnTo>
                  <a:lnTo>
                    <a:pt x="3675" y="31711"/>
                  </a:lnTo>
                  <a:lnTo>
                    <a:pt x="0" y="53719"/>
                  </a:lnTo>
                  <a:lnTo>
                    <a:pt x="3675" y="75588"/>
                  </a:lnTo>
                  <a:lnTo>
                    <a:pt x="14024" y="92421"/>
                  </a:lnTo>
                  <a:lnTo>
                    <a:pt x="30028" y="103240"/>
                  </a:lnTo>
                  <a:lnTo>
                    <a:pt x="50670" y="107064"/>
                  </a:lnTo>
                  <a:lnTo>
                    <a:pt x="71426" y="103240"/>
                  </a:lnTo>
                  <a:lnTo>
                    <a:pt x="86888" y="92826"/>
                  </a:lnTo>
                  <a:lnTo>
                    <a:pt x="50670" y="92826"/>
                  </a:lnTo>
                  <a:lnTo>
                    <a:pt x="35754" y="89626"/>
                  </a:lnTo>
                  <a:lnTo>
                    <a:pt x="25337" y="81032"/>
                  </a:lnTo>
                  <a:lnTo>
                    <a:pt x="19226" y="68559"/>
                  </a:lnTo>
                  <a:lnTo>
                    <a:pt x="17232" y="53719"/>
                  </a:lnTo>
                  <a:lnTo>
                    <a:pt x="19226" y="38851"/>
                  </a:lnTo>
                  <a:lnTo>
                    <a:pt x="25337" y="26314"/>
                  </a:lnTo>
                  <a:lnTo>
                    <a:pt x="35754" y="17656"/>
                  </a:lnTo>
                  <a:lnTo>
                    <a:pt x="50670" y="14425"/>
                  </a:lnTo>
                  <a:lnTo>
                    <a:pt x="87000" y="14425"/>
                  </a:lnTo>
                  <a:lnTo>
                    <a:pt x="71426" y="3855"/>
                  </a:lnTo>
                  <a:lnTo>
                    <a:pt x="50670" y="0"/>
                  </a:lnTo>
                  <a:close/>
                </a:path>
                <a:path w="1599565" h="144144">
                  <a:moveTo>
                    <a:pt x="87000" y="14425"/>
                  </a:moveTo>
                  <a:lnTo>
                    <a:pt x="50670" y="14425"/>
                  </a:lnTo>
                  <a:lnTo>
                    <a:pt x="65702" y="17656"/>
                  </a:lnTo>
                  <a:lnTo>
                    <a:pt x="76179" y="26314"/>
                  </a:lnTo>
                  <a:lnTo>
                    <a:pt x="82311" y="38851"/>
                  </a:lnTo>
                  <a:lnTo>
                    <a:pt x="84308" y="53719"/>
                  </a:lnTo>
                  <a:lnTo>
                    <a:pt x="82311" y="68559"/>
                  </a:lnTo>
                  <a:lnTo>
                    <a:pt x="76179" y="81032"/>
                  </a:lnTo>
                  <a:lnTo>
                    <a:pt x="65702" y="89626"/>
                  </a:lnTo>
                  <a:lnTo>
                    <a:pt x="50670" y="92826"/>
                  </a:lnTo>
                  <a:lnTo>
                    <a:pt x="86888" y="92826"/>
                  </a:lnTo>
                  <a:lnTo>
                    <a:pt x="87490" y="92421"/>
                  </a:lnTo>
                  <a:lnTo>
                    <a:pt x="97862" y="75588"/>
                  </a:lnTo>
                  <a:lnTo>
                    <a:pt x="101541" y="53719"/>
                  </a:lnTo>
                  <a:lnTo>
                    <a:pt x="97862" y="31711"/>
                  </a:lnTo>
                  <a:lnTo>
                    <a:pt x="87490" y="14758"/>
                  </a:lnTo>
                  <a:lnTo>
                    <a:pt x="87000" y="14425"/>
                  </a:lnTo>
                  <a:close/>
                </a:path>
                <a:path w="1599565" h="144144">
                  <a:moveTo>
                    <a:pt x="145030" y="1328"/>
                  </a:moveTo>
                  <a:lnTo>
                    <a:pt x="127796" y="1328"/>
                  </a:lnTo>
                  <a:lnTo>
                    <a:pt x="127796" y="104973"/>
                  </a:lnTo>
                  <a:lnTo>
                    <a:pt x="145030" y="104973"/>
                  </a:lnTo>
                  <a:lnTo>
                    <a:pt x="145030" y="60746"/>
                  </a:lnTo>
                  <a:lnTo>
                    <a:pt x="215798" y="60746"/>
                  </a:lnTo>
                  <a:lnTo>
                    <a:pt x="215798" y="45939"/>
                  </a:lnTo>
                  <a:lnTo>
                    <a:pt x="145030" y="45939"/>
                  </a:lnTo>
                  <a:lnTo>
                    <a:pt x="145030" y="1328"/>
                  </a:lnTo>
                  <a:close/>
                </a:path>
                <a:path w="1599565" h="144144">
                  <a:moveTo>
                    <a:pt x="215798" y="60746"/>
                  </a:moveTo>
                  <a:lnTo>
                    <a:pt x="198568" y="60746"/>
                  </a:lnTo>
                  <a:lnTo>
                    <a:pt x="198568" y="104973"/>
                  </a:lnTo>
                  <a:lnTo>
                    <a:pt x="215798" y="104973"/>
                  </a:lnTo>
                  <a:lnTo>
                    <a:pt x="215798" y="60746"/>
                  </a:lnTo>
                  <a:close/>
                </a:path>
                <a:path w="1599565" h="144144">
                  <a:moveTo>
                    <a:pt x="215798" y="1328"/>
                  </a:moveTo>
                  <a:lnTo>
                    <a:pt x="198568" y="1328"/>
                  </a:lnTo>
                  <a:lnTo>
                    <a:pt x="198568" y="45939"/>
                  </a:lnTo>
                  <a:lnTo>
                    <a:pt x="215798" y="45939"/>
                  </a:lnTo>
                  <a:lnTo>
                    <a:pt x="215798" y="1328"/>
                  </a:lnTo>
                  <a:close/>
                </a:path>
                <a:path w="1599565" h="144144">
                  <a:moveTo>
                    <a:pt x="323816" y="14047"/>
                  </a:moveTo>
                  <a:lnTo>
                    <a:pt x="290469" y="14047"/>
                  </a:lnTo>
                  <a:lnTo>
                    <a:pt x="300817" y="15470"/>
                  </a:lnTo>
                  <a:lnTo>
                    <a:pt x="308183" y="19598"/>
                  </a:lnTo>
                  <a:lnTo>
                    <a:pt x="312589" y="26218"/>
                  </a:lnTo>
                  <a:lnTo>
                    <a:pt x="314053" y="35118"/>
                  </a:lnTo>
                  <a:lnTo>
                    <a:pt x="314053" y="35687"/>
                  </a:lnTo>
                  <a:lnTo>
                    <a:pt x="312421" y="40027"/>
                  </a:lnTo>
                  <a:lnTo>
                    <a:pt x="307310" y="42356"/>
                  </a:lnTo>
                  <a:lnTo>
                    <a:pt x="298391" y="43723"/>
                  </a:lnTo>
                  <a:lnTo>
                    <a:pt x="285339" y="45180"/>
                  </a:lnTo>
                  <a:lnTo>
                    <a:pt x="269802" y="47629"/>
                  </a:lnTo>
                  <a:lnTo>
                    <a:pt x="255824" y="52392"/>
                  </a:lnTo>
                  <a:lnTo>
                    <a:pt x="245732" y="61142"/>
                  </a:lnTo>
                  <a:lnTo>
                    <a:pt x="241851" y="75553"/>
                  </a:lnTo>
                  <a:lnTo>
                    <a:pt x="244788" y="88863"/>
                  </a:lnTo>
                  <a:lnTo>
                    <a:pt x="244841" y="89104"/>
                  </a:lnTo>
                  <a:lnTo>
                    <a:pt x="253004" y="99114"/>
                  </a:lnTo>
                  <a:lnTo>
                    <a:pt x="265130" y="105315"/>
                  </a:lnTo>
                  <a:lnTo>
                    <a:pt x="280008" y="107442"/>
                  </a:lnTo>
                  <a:lnTo>
                    <a:pt x="292930" y="105822"/>
                  </a:lnTo>
                  <a:lnTo>
                    <a:pt x="302621" y="101747"/>
                  </a:lnTo>
                  <a:lnTo>
                    <a:pt x="309313" y="96392"/>
                  </a:lnTo>
                  <a:lnTo>
                    <a:pt x="311737" y="93017"/>
                  </a:lnTo>
                  <a:lnTo>
                    <a:pt x="282671" y="93017"/>
                  </a:lnTo>
                  <a:lnTo>
                    <a:pt x="273186" y="91981"/>
                  </a:lnTo>
                  <a:lnTo>
                    <a:pt x="265722" y="88863"/>
                  </a:lnTo>
                  <a:lnTo>
                    <a:pt x="260837" y="83646"/>
                  </a:lnTo>
                  <a:lnTo>
                    <a:pt x="259085" y="76313"/>
                  </a:lnTo>
                  <a:lnTo>
                    <a:pt x="261155" y="68698"/>
                  </a:lnTo>
                  <a:lnTo>
                    <a:pt x="266725" y="63664"/>
                  </a:lnTo>
                  <a:lnTo>
                    <a:pt x="274834" y="60587"/>
                  </a:lnTo>
                  <a:lnTo>
                    <a:pt x="284519" y="58845"/>
                  </a:lnTo>
                  <a:lnTo>
                    <a:pt x="291758" y="58060"/>
                  </a:lnTo>
                  <a:lnTo>
                    <a:pt x="300902" y="56829"/>
                  </a:lnTo>
                  <a:lnTo>
                    <a:pt x="309237" y="55134"/>
                  </a:lnTo>
                  <a:lnTo>
                    <a:pt x="314053" y="52960"/>
                  </a:lnTo>
                  <a:lnTo>
                    <a:pt x="331285" y="52960"/>
                  </a:lnTo>
                  <a:lnTo>
                    <a:pt x="331285" y="36824"/>
                  </a:lnTo>
                  <a:lnTo>
                    <a:pt x="326834" y="17136"/>
                  </a:lnTo>
                  <a:lnTo>
                    <a:pt x="323816" y="14047"/>
                  </a:lnTo>
                  <a:close/>
                </a:path>
                <a:path w="1599565" h="144144">
                  <a:moveTo>
                    <a:pt x="331285" y="52960"/>
                  </a:moveTo>
                  <a:lnTo>
                    <a:pt x="314053" y="52960"/>
                  </a:lnTo>
                  <a:lnTo>
                    <a:pt x="314053" y="67388"/>
                  </a:lnTo>
                  <a:lnTo>
                    <a:pt x="312033" y="76918"/>
                  </a:lnTo>
                  <a:lnTo>
                    <a:pt x="306053" y="85114"/>
                  </a:lnTo>
                  <a:lnTo>
                    <a:pt x="296098" y="90929"/>
                  </a:lnTo>
                  <a:lnTo>
                    <a:pt x="314053" y="90929"/>
                  </a:lnTo>
                  <a:lnTo>
                    <a:pt x="314053" y="104973"/>
                  </a:lnTo>
                  <a:lnTo>
                    <a:pt x="331285" y="104973"/>
                  </a:lnTo>
                  <a:lnTo>
                    <a:pt x="331285" y="52960"/>
                  </a:lnTo>
                  <a:close/>
                </a:path>
                <a:path w="1599565" h="144144">
                  <a:moveTo>
                    <a:pt x="313236" y="90929"/>
                  </a:moveTo>
                  <a:lnTo>
                    <a:pt x="295757" y="90929"/>
                  </a:lnTo>
                  <a:lnTo>
                    <a:pt x="282671" y="93017"/>
                  </a:lnTo>
                  <a:lnTo>
                    <a:pt x="311737" y="93017"/>
                  </a:lnTo>
                  <a:lnTo>
                    <a:pt x="313236" y="90929"/>
                  </a:lnTo>
                  <a:close/>
                </a:path>
                <a:path w="1599565" h="144144">
                  <a:moveTo>
                    <a:pt x="290055" y="0"/>
                  </a:moveTo>
                  <a:lnTo>
                    <a:pt x="277065" y="1153"/>
                  </a:lnTo>
                  <a:lnTo>
                    <a:pt x="264439" y="5101"/>
                  </a:lnTo>
                  <a:lnTo>
                    <a:pt x="253391" y="12573"/>
                  </a:lnTo>
                  <a:lnTo>
                    <a:pt x="245245" y="24137"/>
                  </a:lnTo>
                  <a:lnTo>
                    <a:pt x="245131" y="24300"/>
                  </a:lnTo>
                  <a:lnTo>
                    <a:pt x="261338" y="29804"/>
                  </a:lnTo>
                  <a:lnTo>
                    <a:pt x="265143" y="24300"/>
                  </a:lnTo>
                  <a:lnTo>
                    <a:pt x="265255" y="24137"/>
                  </a:lnTo>
                  <a:lnTo>
                    <a:pt x="271288" y="19077"/>
                  </a:lnTo>
                  <a:lnTo>
                    <a:pt x="279561" y="15470"/>
                  </a:lnTo>
                  <a:lnTo>
                    <a:pt x="279399" y="15470"/>
                  </a:lnTo>
                  <a:lnTo>
                    <a:pt x="290469" y="14047"/>
                  </a:lnTo>
                  <a:lnTo>
                    <a:pt x="323816" y="14047"/>
                  </a:lnTo>
                  <a:lnTo>
                    <a:pt x="315978" y="6026"/>
                  </a:lnTo>
                  <a:lnTo>
                    <a:pt x="302592" y="1153"/>
                  </a:lnTo>
                  <a:lnTo>
                    <a:pt x="302969" y="1153"/>
                  </a:lnTo>
                  <a:lnTo>
                    <a:pt x="290055" y="0"/>
                  </a:lnTo>
                  <a:close/>
                </a:path>
                <a:path w="1599565" h="144144">
                  <a:moveTo>
                    <a:pt x="468111" y="90170"/>
                  </a:moveTo>
                  <a:lnTo>
                    <a:pt x="350982" y="90170"/>
                  </a:lnTo>
                  <a:lnTo>
                    <a:pt x="350982" y="134586"/>
                  </a:lnTo>
                  <a:lnTo>
                    <a:pt x="368006" y="134586"/>
                  </a:lnTo>
                  <a:lnTo>
                    <a:pt x="368006" y="104973"/>
                  </a:lnTo>
                  <a:lnTo>
                    <a:pt x="468111" y="104973"/>
                  </a:lnTo>
                  <a:lnTo>
                    <a:pt x="468111" y="90170"/>
                  </a:lnTo>
                  <a:close/>
                </a:path>
                <a:path w="1599565" h="144144">
                  <a:moveTo>
                    <a:pt x="468111" y="104973"/>
                  </a:moveTo>
                  <a:lnTo>
                    <a:pt x="450877" y="104973"/>
                  </a:lnTo>
                  <a:lnTo>
                    <a:pt x="450877" y="134586"/>
                  </a:lnTo>
                  <a:lnTo>
                    <a:pt x="468111" y="134586"/>
                  </a:lnTo>
                  <a:lnTo>
                    <a:pt x="468111" y="104973"/>
                  </a:lnTo>
                  <a:close/>
                </a:path>
                <a:path w="1599565" h="144144">
                  <a:moveTo>
                    <a:pt x="450877" y="1328"/>
                  </a:moveTo>
                  <a:lnTo>
                    <a:pt x="379699" y="1328"/>
                  </a:lnTo>
                  <a:lnTo>
                    <a:pt x="376005" y="42332"/>
                  </a:lnTo>
                  <a:lnTo>
                    <a:pt x="373683" y="60830"/>
                  </a:lnTo>
                  <a:lnTo>
                    <a:pt x="370494" y="73866"/>
                  </a:lnTo>
                  <a:lnTo>
                    <a:pt x="366112" y="83094"/>
                  </a:lnTo>
                  <a:lnTo>
                    <a:pt x="360212" y="90170"/>
                  </a:lnTo>
                  <a:lnTo>
                    <a:pt x="379699" y="90170"/>
                  </a:lnTo>
                  <a:lnTo>
                    <a:pt x="392828" y="42332"/>
                  </a:lnTo>
                  <a:lnTo>
                    <a:pt x="395701" y="16325"/>
                  </a:lnTo>
                  <a:lnTo>
                    <a:pt x="450877" y="16325"/>
                  </a:lnTo>
                  <a:lnTo>
                    <a:pt x="450877" y="1328"/>
                  </a:lnTo>
                  <a:close/>
                </a:path>
                <a:path w="1599565" h="144144">
                  <a:moveTo>
                    <a:pt x="450877" y="16325"/>
                  </a:moveTo>
                  <a:lnTo>
                    <a:pt x="433645" y="16325"/>
                  </a:lnTo>
                  <a:lnTo>
                    <a:pt x="433645" y="90170"/>
                  </a:lnTo>
                  <a:lnTo>
                    <a:pt x="450877" y="90170"/>
                  </a:lnTo>
                  <a:lnTo>
                    <a:pt x="450877" y="16325"/>
                  </a:lnTo>
                  <a:close/>
                </a:path>
                <a:path w="1599565" h="144144">
                  <a:moveTo>
                    <a:pt x="536213" y="0"/>
                  </a:moveTo>
                  <a:lnTo>
                    <a:pt x="515575" y="3855"/>
                  </a:lnTo>
                  <a:lnTo>
                    <a:pt x="499572" y="14758"/>
                  </a:lnTo>
                  <a:lnTo>
                    <a:pt x="489222" y="31711"/>
                  </a:lnTo>
                  <a:lnTo>
                    <a:pt x="485546" y="53719"/>
                  </a:lnTo>
                  <a:lnTo>
                    <a:pt x="489222" y="75588"/>
                  </a:lnTo>
                  <a:lnTo>
                    <a:pt x="499572" y="92421"/>
                  </a:lnTo>
                  <a:lnTo>
                    <a:pt x="515575" y="103240"/>
                  </a:lnTo>
                  <a:lnTo>
                    <a:pt x="536213" y="107064"/>
                  </a:lnTo>
                  <a:lnTo>
                    <a:pt x="556969" y="103240"/>
                  </a:lnTo>
                  <a:lnTo>
                    <a:pt x="572433" y="92826"/>
                  </a:lnTo>
                  <a:lnTo>
                    <a:pt x="536213" y="92826"/>
                  </a:lnTo>
                  <a:lnTo>
                    <a:pt x="521297" y="89626"/>
                  </a:lnTo>
                  <a:lnTo>
                    <a:pt x="510881" y="81032"/>
                  </a:lnTo>
                  <a:lnTo>
                    <a:pt x="504772" y="68559"/>
                  </a:lnTo>
                  <a:lnTo>
                    <a:pt x="502779" y="53719"/>
                  </a:lnTo>
                  <a:lnTo>
                    <a:pt x="504772" y="38851"/>
                  </a:lnTo>
                  <a:lnTo>
                    <a:pt x="510881" y="26314"/>
                  </a:lnTo>
                  <a:lnTo>
                    <a:pt x="521297" y="17656"/>
                  </a:lnTo>
                  <a:lnTo>
                    <a:pt x="536213" y="14425"/>
                  </a:lnTo>
                  <a:lnTo>
                    <a:pt x="572544" y="14425"/>
                  </a:lnTo>
                  <a:lnTo>
                    <a:pt x="556969" y="3855"/>
                  </a:lnTo>
                  <a:lnTo>
                    <a:pt x="536213" y="0"/>
                  </a:lnTo>
                  <a:close/>
                </a:path>
                <a:path w="1599565" h="144144">
                  <a:moveTo>
                    <a:pt x="572544" y="14425"/>
                  </a:moveTo>
                  <a:lnTo>
                    <a:pt x="536213" y="14425"/>
                  </a:lnTo>
                  <a:lnTo>
                    <a:pt x="551249" y="17656"/>
                  </a:lnTo>
                  <a:lnTo>
                    <a:pt x="561727" y="26314"/>
                  </a:lnTo>
                  <a:lnTo>
                    <a:pt x="567860" y="38851"/>
                  </a:lnTo>
                  <a:lnTo>
                    <a:pt x="569857" y="53719"/>
                  </a:lnTo>
                  <a:lnTo>
                    <a:pt x="567860" y="68559"/>
                  </a:lnTo>
                  <a:lnTo>
                    <a:pt x="561727" y="81032"/>
                  </a:lnTo>
                  <a:lnTo>
                    <a:pt x="551249" y="89626"/>
                  </a:lnTo>
                  <a:lnTo>
                    <a:pt x="536213" y="92826"/>
                  </a:lnTo>
                  <a:lnTo>
                    <a:pt x="572433" y="92826"/>
                  </a:lnTo>
                  <a:lnTo>
                    <a:pt x="573034" y="92421"/>
                  </a:lnTo>
                  <a:lnTo>
                    <a:pt x="583407" y="75588"/>
                  </a:lnTo>
                  <a:lnTo>
                    <a:pt x="587087" y="53719"/>
                  </a:lnTo>
                  <a:lnTo>
                    <a:pt x="583407" y="31711"/>
                  </a:lnTo>
                  <a:lnTo>
                    <a:pt x="573034" y="14758"/>
                  </a:lnTo>
                  <a:lnTo>
                    <a:pt x="572544" y="14425"/>
                  </a:lnTo>
                  <a:close/>
                </a:path>
                <a:path w="1599565" h="144144">
                  <a:moveTo>
                    <a:pt x="630576" y="1328"/>
                  </a:moveTo>
                  <a:lnTo>
                    <a:pt x="613342" y="1328"/>
                  </a:lnTo>
                  <a:lnTo>
                    <a:pt x="613342" y="104973"/>
                  </a:lnTo>
                  <a:lnTo>
                    <a:pt x="630576" y="104973"/>
                  </a:lnTo>
                  <a:lnTo>
                    <a:pt x="630576" y="60746"/>
                  </a:lnTo>
                  <a:lnTo>
                    <a:pt x="701344" y="60746"/>
                  </a:lnTo>
                  <a:lnTo>
                    <a:pt x="701344" y="45939"/>
                  </a:lnTo>
                  <a:lnTo>
                    <a:pt x="630576" y="45939"/>
                  </a:lnTo>
                  <a:lnTo>
                    <a:pt x="630576" y="1328"/>
                  </a:lnTo>
                  <a:close/>
                </a:path>
                <a:path w="1599565" h="144144">
                  <a:moveTo>
                    <a:pt x="701344" y="60746"/>
                  </a:moveTo>
                  <a:lnTo>
                    <a:pt x="684114" y="60746"/>
                  </a:lnTo>
                  <a:lnTo>
                    <a:pt x="684114" y="104973"/>
                  </a:lnTo>
                  <a:lnTo>
                    <a:pt x="701344" y="104973"/>
                  </a:lnTo>
                  <a:lnTo>
                    <a:pt x="701344" y="60746"/>
                  </a:lnTo>
                  <a:close/>
                </a:path>
                <a:path w="1599565" h="144144">
                  <a:moveTo>
                    <a:pt x="701344" y="1328"/>
                  </a:moveTo>
                  <a:lnTo>
                    <a:pt x="684114" y="1328"/>
                  </a:lnTo>
                  <a:lnTo>
                    <a:pt x="684114" y="45939"/>
                  </a:lnTo>
                  <a:lnTo>
                    <a:pt x="701344" y="45939"/>
                  </a:lnTo>
                  <a:lnTo>
                    <a:pt x="701344" y="1328"/>
                  </a:lnTo>
                  <a:close/>
                </a:path>
                <a:path w="1599565" h="144144">
                  <a:moveTo>
                    <a:pt x="822167" y="1328"/>
                  </a:moveTo>
                  <a:lnTo>
                    <a:pt x="747500" y="1328"/>
                  </a:lnTo>
                  <a:lnTo>
                    <a:pt x="745451" y="47268"/>
                  </a:lnTo>
                  <a:lnTo>
                    <a:pt x="743832" y="68626"/>
                  </a:lnTo>
                  <a:lnTo>
                    <a:pt x="740655" y="81745"/>
                  </a:lnTo>
                  <a:lnTo>
                    <a:pt x="735208" y="88351"/>
                  </a:lnTo>
                  <a:lnTo>
                    <a:pt x="726779" y="90170"/>
                  </a:lnTo>
                  <a:lnTo>
                    <a:pt x="722682" y="90170"/>
                  </a:lnTo>
                  <a:lnTo>
                    <a:pt x="722682" y="104973"/>
                  </a:lnTo>
                  <a:lnTo>
                    <a:pt x="728629" y="104973"/>
                  </a:lnTo>
                  <a:lnTo>
                    <a:pt x="744093" y="101653"/>
                  </a:lnTo>
                  <a:lnTo>
                    <a:pt x="754038" y="91803"/>
                  </a:lnTo>
                  <a:lnTo>
                    <a:pt x="759637" y="75581"/>
                  </a:lnTo>
                  <a:lnTo>
                    <a:pt x="762062" y="53150"/>
                  </a:lnTo>
                  <a:lnTo>
                    <a:pt x="763908" y="16325"/>
                  </a:lnTo>
                  <a:lnTo>
                    <a:pt x="822167" y="16325"/>
                  </a:lnTo>
                  <a:lnTo>
                    <a:pt x="822167" y="1328"/>
                  </a:lnTo>
                  <a:close/>
                </a:path>
                <a:path w="1599565" h="144144">
                  <a:moveTo>
                    <a:pt x="822167" y="16325"/>
                  </a:moveTo>
                  <a:lnTo>
                    <a:pt x="804938" y="16325"/>
                  </a:lnTo>
                  <a:lnTo>
                    <a:pt x="804938" y="104973"/>
                  </a:lnTo>
                  <a:lnTo>
                    <a:pt x="822167" y="104973"/>
                  </a:lnTo>
                  <a:lnTo>
                    <a:pt x="822167" y="16325"/>
                  </a:lnTo>
                  <a:close/>
                </a:path>
                <a:path w="1599565" h="144144">
                  <a:moveTo>
                    <a:pt x="930185" y="14047"/>
                  </a:moveTo>
                  <a:lnTo>
                    <a:pt x="896839" y="14047"/>
                  </a:lnTo>
                  <a:lnTo>
                    <a:pt x="907186" y="15470"/>
                  </a:lnTo>
                  <a:lnTo>
                    <a:pt x="914553" y="19598"/>
                  </a:lnTo>
                  <a:lnTo>
                    <a:pt x="918958" y="26218"/>
                  </a:lnTo>
                  <a:lnTo>
                    <a:pt x="920422" y="35118"/>
                  </a:lnTo>
                  <a:lnTo>
                    <a:pt x="920422" y="35687"/>
                  </a:lnTo>
                  <a:lnTo>
                    <a:pt x="918791" y="40027"/>
                  </a:lnTo>
                  <a:lnTo>
                    <a:pt x="913679" y="42356"/>
                  </a:lnTo>
                  <a:lnTo>
                    <a:pt x="904761" y="43723"/>
                  </a:lnTo>
                  <a:lnTo>
                    <a:pt x="891708" y="45180"/>
                  </a:lnTo>
                  <a:lnTo>
                    <a:pt x="876172" y="47629"/>
                  </a:lnTo>
                  <a:lnTo>
                    <a:pt x="862194" y="52392"/>
                  </a:lnTo>
                  <a:lnTo>
                    <a:pt x="852102" y="61142"/>
                  </a:lnTo>
                  <a:lnTo>
                    <a:pt x="848221" y="75553"/>
                  </a:lnTo>
                  <a:lnTo>
                    <a:pt x="851158" y="88863"/>
                  </a:lnTo>
                  <a:lnTo>
                    <a:pt x="851211" y="89104"/>
                  </a:lnTo>
                  <a:lnTo>
                    <a:pt x="859374" y="99114"/>
                  </a:lnTo>
                  <a:lnTo>
                    <a:pt x="871499" y="105315"/>
                  </a:lnTo>
                  <a:lnTo>
                    <a:pt x="886373" y="107442"/>
                  </a:lnTo>
                  <a:lnTo>
                    <a:pt x="899296" y="105822"/>
                  </a:lnTo>
                  <a:lnTo>
                    <a:pt x="908989" y="101747"/>
                  </a:lnTo>
                  <a:lnTo>
                    <a:pt x="915681" y="96392"/>
                  </a:lnTo>
                  <a:lnTo>
                    <a:pt x="918105" y="93017"/>
                  </a:lnTo>
                  <a:lnTo>
                    <a:pt x="889041" y="93017"/>
                  </a:lnTo>
                  <a:lnTo>
                    <a:pt x="879555" y="91981"/>
                  </a:lnTo>
                  <a:lnTo>
                    <a:pt x="872092" y="88863"/>
                  </a:lnTo>
                  <a:lnTo>
                    <a:pt x="867206" y="83646"/>
                  </a:lnTo>
                  <a:lnTo>
                    <a:pt x="865454" y="76313"/>
                  </a:lnTo>
                  <a:lnTo>
                    <a:pt x="867524" y="68698"/>
                  </a:lnTo>
                  <a:lnTo>
                    <a:pt x="873095" y="63664"/>
                  </a:lnTo>
                  <a:lnTo>
                    <a:pt x="881204" y="60587"/>
                  </a:lnTo>
                  <a:lnTo>
                    <a:pt x="890888" y="58845"/>
                  </a:lnTo>
                  <a:lnTo>
                    <a:pt x="898127" y="58060"/>
                  </a:lnTo>
                  <a:lnTo>
                    <a:pt x="907271" y="56829"/>
                  </a:lnTo>
                  <a:lnTo>
                    <a:pt x="915606" y="55134"/>
                  </a:lnTo>
                  <a:lnTo>
                    <a:pt x="920422" y="52960"/>
                  </a:lnTo>
                  <a:lnTo>
                    <a:pt x="937656" y="52960"/>
                  </a:lnTo>
                  <a:lnTo>
                    <a:pt x="937656" y="36824"/>
                  </a:lnTo>
                  <a:lnTo>
                    <a:pt x="933204" y="17136"/>
                  </a:lnTo>
                  <a:lnTo>
                    <a:pt x="930185" y="14047"/>
                  </a:lnTo>
                  <a:close/>
                </a:path>
                <a:path w="1599565" h="144144">
                  <a:moveTo>
                    <a:pt x="937656" y="52960"/>
                  </a:moveTo>
                  <a:lnTo>
                    <a:pt x="920422" y="52960"/>
                  </a:lnTo>
                  <a:lnTo>
                    <a:pt x="920422" y="67388"/>
                  </a:lnTo>
                  <a:lnTo>
                    <a:pt x="918403" y="76918"/>
                  </a:lnTo>
                  <a:lnTo>
                    <a:pt x="912423" y="85114"/>
                  </a:lnTo>
                  <a:lnTo>
                    <a:pt x="902469" y="90929"/>
                  </a:lnTo>
                  <a:lnTo>
                    <a:pt x="920422" y="90929"/>
                  </a:lnTo>
                  <a:lnTo>
                    <a:pt x="920422" y="104973"/>
                  </a:lnTo>
                  <a:lnTo>
                    <a:pt x="937656" y="104973"/>
                  </a:lnTo>
                  <a:lnTo>
                    <a:pt x="937656" y="52960"/>
                  </a:lnTo>
                  <a:close/>
                </a:path>
                <a:path w="1599565" h="144144">
                  <a:moveTo>
                    <a:pt x="919605" y="90929"/>
                  </a:moveTo>
                  <a:lnTo>
                    <a:pt x="902127" y="90929"/>
                  </a:lnTo>
                  <a:lnTo>
                    <a:pt x="889041" y="93017"/>
                  </a:lnTo>
                  <a:lnTo>
                    <a:pt x="918105" y="93017"/>
                  </a:lnTo>
                  <a:lnTo>
                    <a:pt x="919605" y="90929"/>
                  </a:lnTo>
                  <a:close/>
                </a:path>
                <a:path w="1599565" h="144144">
                  <a:moveTo>
                    <a:pt x="896425" y="0"/>
                  </a:moveTo>
                  <a:lnTo>
                    <a:pt x="883435" y="1153"/>
                  </a:lnTo>
                  <a:lnTo>
                    <a:pt x="870809" y="5101"/>
                  </a:lnTo>
                  <a:lnTo>
                    <a:pt x="859760" y="12573"/>
                  </a:lnTo>
                  <a:lnTo>
                    <a:pt x="851615" y="24137"/>
                  </a:lnTo>
                  <a:lnTo>
                    <a:pt x="851500" y="24300"/>
                  </a:lnTo>
                  <a:lnTo>
                    <a:pt x="867708" y="29804"/>
                  </a:lnTo>
                  <a:lnTo>
                    <a:pt x="871512" y="24300"/>
                  </a:lnTo>
                  <a:lnTo>
                    <a:pt x="871624" y="24137"/>
                  </a:lnTo>
                  <a:lnTo>
                    <a:pt x="877656" y="19077"/>
                  </a:lnTo>
                  <a:lnTo>
                    <a:pt x="885930" y="15470"/>
                  </a:lnTo>
                  <a:lnTo>
                    <a:pt x="885769" y="15470"/>
                  </a:lnTo>
                  <a:lnTo>
                    <a:pt x="896839" y="14047"/>
                  </a:lnTo>
                  <a:lnTo>
                    <a:pt x="930185" y="14047"/>
                  </a:lnTo>
                  <a:lnTo>
                    <a:pt x="922347" y="6026"/>
                  </a:lnTo>
                  <a:lnTo>
                    <a:pt x="908960" y="1153"/>
                  </a:lnTo>
                  <a:lnTo>
                    <a:pt x="909338" y="1153"/>
                  </a:lnTo>
                  <a:lnTo>
                    <a:pt x="896425" y="0"/>
                  </a:lnTo>
                  <a:close/>
                </a:path>
                <a:path w="1599565" h="144144">
                  <a:moveTo>
                    <a:pt x="985864" y="1328"/>
                  </a:moveTo>
                  <a:lnTo>
                    <a:pt x="969246" y="1328"/>
                  </a:lnTo>
                  <a:lnTo>
                    <a:pt x="969246" y="143888"/>
                  </a:lnTo>
                  <a:lnTo>
                    <a:pt x="986478" y="143888"/>
                  </a:lnTo>
                  <a:lnTo>
                    <a:pt x="986478" y="89032"/>
                  </a:lnTo>
                  <a:lnTo>
                    <a:pt x="1003292" y="89032"/>
                  </a:lnTo>
                  <a:lnTo>
                    <a:pt x="994374" y="81816"/>
                  </a:lnTo>
                  <a:lnTo>
                    <a:pt x="988183" y="69281"/>
                  </a:lnTo>
                  <a:lnTo>
                    <a:pt x="986118" y="53529"/>
                  </a:lnTo>
                  <a:lnTo>
                    <a:pt x="986068" y="53150"/>
                  </a:lnTo>
                  <a:lnTo>
                    <a:pt x="988052" y="37890"/>
                  </a:lnTo>
                  <a:lnTo>
                    <a:pt x="988125" y="37330"/>
                  </a:lnTo>
                  <a:lnTo>
                    <a:pt x="994220" y="25103"/>
                  </a:lnTo>
                  <a:lnTo>
                    <a:pt x="1003447" y="17842"/>
                  </a:lnTo>
                  <a:lnTo>
                    <a:pt x="985864" y="17842"/>
                  </a:lnTo>
                  <a:lnTo>
                    <a:pt x="985864" y="1328"/>
                  </a:lnTo>
                  <a:close/>
                </a:path>
                <a:path w="1599565" h="144144">
                  <a:moveTo>
                    <a:pt x="1003292" y="89032"/>
                  </a:moveTo>
                  <a:lnTo>
                    <a:pt x="987915" y="89032"/>
                  </a:lnTo>
                  <a:lnTo>
                    <a:pt x="991540" y="94251"/>
                  </a:lnTo>
                  <a:lnTo>
                    <a:pt x="997530" y="100182"/>
                  </a:lnTo>
                  <a:lnTo>
                    <a:pt x="1006865" y="105047"/>
                  </a:lnTo>
                  <a:lnTo>
                    <a:pt x="1020527" y="107064"/>
                  </a:lnTo>
                  <a:lnTo>
                    <a:pt x="1039701" y="103318"/>
                  </a:lnTo>
                  <a:lnTo>
                    <a:pt x="1054385" y="92826"/>
                  </a:lnTo>
                  <a:lnTo>
                    <a:pt x="1018065" y="92826"/>
                  </a:lnTo>
                  <a:lnTo>
                    <a:pt x="1004412" y="89937"/>
                  </a:lnTo>
                  <a:lnTo>
                    <a:pt x="1003292" y="89032"/>
                  </a:lnTo>
                  <a:close/>
                </a:path>
                <a:path w="1599565" h="144144">
                  <a:moveTo>
                    <a:pt x="1054633" y="14521"/>
                  </a:moveTo>
                  <a:lnTo>
                    <a:pt x="1018524" y="14521"/>
                  </a:lnTo>
                  <a:lnTo>
                    <a:pt x="1032453" y="17406"/>
                  </a:lnTo>
                  <a:lnTo>
                    <a:pt x="1042706" y="25602"/>
                  </a:lnTo>
                  <a:lnTo>
                    <a:pt x="1048845" y="37890"/>
                  </a:lnTo>
                  <a:lnTo>
                    <a:pt x="1050886" y="53150"/>
                  </a:lnTo>
                  <a:lnTo>
                    <a:pt x="1048816" y="68720"/>
                  </a:lnTo>
                  <a:lnTo>
                    <a:pt x="1042630" y="81318"/>
                  </a:lnTo>
                  <a:lnTo>
                    <a:pt x="1032367" y="89751"/>
                  </a:lnTo>
                  <a:lnTo>
                    <a:pt x="1018065" y="92826"/>
                  </a:lnTo>
                  <a:lnTo>
                    <a:pt x="1054385" y="92826"/>
                  </a:lnTo>
                  <a:lnTo>
                    <a:pt x="1054684" y="92612"/>
                  </a:lnTo>
                  <a:lnTo>
                    <a:pt x="1064436" y="75749"/>
                  </a:lnTo>
                  <a:lnTo>
                    <a:pt x="1067918" y="53529"/>
                  </a:lnTo>
                  <a:lnTo>
                    <a:pt x="1064430" y="31391"/>
                  </a:lnTo>
                  <a:lnTo>
                    <a:pt x="1054633" y="14521"/>
                  </a:lnTo>
                  <a:close/>
                </a:path>
                <a:path w="1599565" h="144144">
                  <a:moveTo>
                    <a:pt x="1020121" y="0"/>
                  </a:moveTo>
                  <a:lnTo>
                    <a:pt x="1006433" y="2040"/>
                  </a:lnTo>
                  <a:lnTo>
                    <a:pt x="997248" y="6928"/>
                  </a:lnTo>
                  <a:lnTo>
                    <a:pt x="991447" y="12812"/>
                  </a:lnTo>
                  <a:lnTo>
                    <a:pt x="987915" y="17842"/>
                  </a:lnTo>
                  <a:lnTo>
                    <a:pt x="1003447" y="17842"/>
                  </a:lnTo>
                  <a:lnTo>
                    <a:pt x="1004238" y="17220"/>
                  </a:lnTo>
                  <a:lnTo>
                    <a:pt x="1017593" y="14521"/>
                  </a:lnTo>
                  <a:lnTo>
                    <a:pt x="1054633" y="14521"/>
                  </a:lnTo>
                  <a:lnTo>
                    <a:pt x="1039529" y="3772"/>
                  </a:lnTo>
                  <a:lnTo>
                    <a:pt x="1020121" y="0"/>
                  </a:lnTo>
                  <a:close/>
                </a:path>
                <a:path w="1599565" h="144144">
                  <a:moveTo>
                    <a:pt x="1196941" y="0"/>
                  </a:moveTo>
                  <a:lnTo>
                    <a:pt x="1160325" y="15043"/>
                  </a:lnTo>
                  <a:lnTo>
                    <a:pt x="1146575" y="53150"/>
                  </a:lnTo>
                  <a:lnTo>
                    <a:pt x="1146481" y="53719"/>
                  </a:lnTo>
                  <a:lnTo>
                    <a:pt x="1149932" y="74794"/>
                  </a:lnTo>
                  <a:lnTo>
                    <a:pt x="1149984" y="75108"/>
                  </a:lnTo>
                  <a:lnTo>
                    <a:pt x="1160045" y="91995"/>
                  </a:lnTo>
                  <a:lnTo>
                    <a:pt x="1175991" y="103080"/>
                  </a:lnTo>
                  <a:lnTo>
                    <a:pt x="1197151" y="107064"/>
                  </a:lnTo>
                  <a:lnTo>
                    <a:pt x="1214108" y="104585"/>
                  </a:lnTo>
                  <a:lnTo>
                    <a:pt x="1227430" y="97763"/>
                  </a:lnTo>
                  <a:lnTo>
                    <a:pt x="1231869" y="92826"/>
                  </a:lnTo>
                  <a:lnTo>
                    <a:pt x="1197151" y="92826"/>
                  </a:lnTo>
                  <a:lnTo>
                    <a:pt x="1183357" y="90017"/>
                  </a:lnTo>
                  <a:lnTo>
                    <a:pt x="1172814" y="82029"/>
                  </a:lnTo>
                  <a:lnTo>
                    <a:pt x="1166079" y="69521"/>
                  </a:lnTo>
                  <a:lnTo>
                    <a:pt x="1163793" y="53719"/>
                  </a:lnTo>
                  <a:lnTo>
                    <a:pt x="1163711" y="53150"/>
                  </a:lnTo>
                  <a:lnTo>
                    <a:pt x="1166108" y="37250"/>
                  </a:lnTo>
                  <a:lnTo>
                    <a:pt x="1172891" y="25033"/>
                  </a:lnTo>
                  <a:lnTo>
                    <a:pt x="1183443" y="17193"/>
                  </a:lnTo>
                  <a:lnTo>
                    <a:pt x="1197151" y="14425"/>
                  </a:lnTo>
                  <a:lnTo>
                    <a:pt x="1231957" y="14425"/>
                  </a:lnTo>
                  <a:lnTo>
                    <a:pt x="1226865" y="8969"/>
                  </a:lnTo>
                  <a:lnTo>
                    <a:pt x="1213413" y="2349"/>
                  </a:lnTo>
                  <a:lnTo>
                    <a:pt x="1196941" y="0"/>
                  </a:lnTo>
                  <a:close/>
                </a:path>
                <a:path w="1599565" h="144144">
                  <a:moveTo>
                    <a:pt x="1241247" y="74794"/>
                  </a:moveTo>
                  <a:lnTo>
                    <a:pt x="1224018" y="74794"/>
                  </a:lnTo>
                  <a:lnTo>
                    <a:pt x="1220339" y="82335"/>
                  </a:lnTo>
                  <a:lnTo>
                    <a:pt x="1214429" y="88009"/>
                  </a:lnTo>
                  <a:lnTo>
                    <a:pt x="1206596" y="91583"/>
                  </a:lnTo>
                  <a:lnTo>
                    <a:pt x="1197151" y="92826"/>
                  </a:lnTo>
                  <a:lnTo>
                    <a:pt x="1231869" y="92826"/>
                  </a:lnTo>
                  <a:lnTo>
                    <a:pt x="1236637" y="87524"/>
                  </a:lnTo>
                  <a:lnTo>
                    <a:pt x="1241133" y="75108"/>
                  </a:lnTo>
                  <a:lnTo>
                    <a:pt x="1241247" y="74794"/>
                  </a:lnTo>
                  <a:close/>
                </a:path>
                <a:path w="1599565" h="144144">
                  <a:moveTo>
                    <a:pt x="1231957" y="14425"/>
                  </a:moveTo>
                  <a:lnTo>
                    <a:pt x="1197151" y="14425"/>
                  </a:lnTo>
                  <a:lnTo>
                    <a:pt x="1207376" y="15908"/>
                  </a:lnTo>
                  <a:lnTo>
                    <a:pt x="1215276" y="19883"/>
                  </a:lnTo>
                  <a:lnTo>
                    <a:pt x="1220830" y="25638"/>
                  </a:lnTo>
                  <a:lnTo>
                    <a:pt x="1224018" y="32461"/>
                  </a:lnTo>
                  <a:lnTo>
                    <a:pt x="1241247" y="32461"/>
                  </a:lnTo>
                  <a:lnTo>
                    <a:pt x="1236431" y="19220"/>
                  </a:lnTo>
                  <a:lnTo>
                    <a:pt x="1231957" y="14425"/>
                  </a:lnTo>
                  <a:close/>
                </a:path>
                <a:path w="1599565" h="144144">
                  <a:moveTo>
                    <a:pt x="1311612" y="0"/>
                  </a:moveTo>
                  <a:lnTo>
                    <a:pt x="1290973" y="3855"/>
                  </a:lnTo>
                  <a:lnTo>
                    <a:pt x="1274970" y="14758"/>
                  </a:lnTo>
                  <a:lnTo>
                    <a:pt x="1264621" y="31711"/>
                  </a:lnTo>
                  <a:lnTo>
                    <a:pt x="1260946" y="53719"/>
                  </a:lnTo>
                  <a:lnTo>
                    <a:pt x="1264621" y="75588"/>
                  </a:lnTo>
                  <a:lnTo>
                    <a:pt x="1274970" y="92421"/>
                  </a:lnTo>
                  <a:lnTo>
                    <a:pt x="1290973" y="103240"/>
                  </a:lnTo>
                  <a:lnTo>
                    <a:pt x="1311612" y="107064"/>
                  </a:lnTo>
                  <a:lnTo>
                    <a:pt x="1332369" y="103240"/>
                  </a:lnTo>
                  <a:lnTo>
                    <a:pt x="1347832" y="92826"/>
                  </a:lnTo>
                  <a:lnTo>
                    <a:pt x="1311612" y="92826"/>
                  </a:lnTo>
                  <a:lnTo>
                    <a:pt x="1296697" y="89626"/>
                  </a:lnTo>
                  <a:lnTo>
                    <a:pt x="1286280" y="81032"/>
                  </a:lnTo>
                  <a:lnTo>
                    <a:pt x="1280170" y="68559"/>
                  </a:lnTo>
                  <a:lnTo>
                    <a:pt x="1278176" y="53719"/>
                  </a:lnTo>
                  <a:lnTo>
                    <a:pt x="1280170" y="38851"/>
                  </a:lnTo>
                  <a:lnTo>
                    <a:pt x="1286280" y="26314"/>
                  </a:lnTo>
                  <a:lnTo>
                    <a:pt x="1296697" y="17656"/>
                  </a:lnTo>
                  <a:lnTo>
                    <a:pt x="1311612" y="14425"/>
                  </a:lnTo>
                  <a:lnTo>
                    <a:pt x="1347943" y="14425"/>
                  </a:lnTo>
                  <a:lnTo>
                    <a:pt x="1332369" y="3855"/>
                  </a:lnTo>
                  <a:lnTo>
                    <a:pt x="1311612" y="0"/>
                  </a:lnTo>
                  <a:close/>
                </a:path>
                <a:path w="1599565" h="144144">
                  <a:moveTo>
                    <a:pt x="1347943" y="14425"/>
                  </a:moveTo>
                  <a:lnTo>
                    <a:pt x="1311612" y="14425"/>
                  </a:lnTo>
                  <a:lnTo>
                    <a:pt x="1326649" y="17656"/>
                  </a:lnTo>
                  <a:lnTo>
                    <a:pt x="1337126" y="26314"/>
                  </a:lnTo>
                  <a:lnTo>
                    <a:pt x="1343258" y="38851"/>
                  </a:lnTo>
                  <a:lnTo>
                    <a:pt x="1345255" y="53719"/>
                  </a:lnTo>
                  <a:lnTo>
                    <a:pt x="1343258" y="68559"/>
                  </a:lnTo>
                  <a:lnTo>
                    <a:pt x="1337126" y="81032"/>
                  </a:lnTo>
                  <a:lnTo>
                    <a:pt x="1326649" y="89626"/>
                  </a:lnTo>
                  <a:lnTo>
                    <a:pt x="1311612" y="92826"/>
                  </a:lnTo>
                  <a:lnTo>
                    <a:pt x="1347832" y="92826"/>
                  </a:lnTo>
                  <a:lnTo>
                    <a:pt x="1348433" y="92421"/>
                  </a:lnTo>
                  <a:lnTo>
                    <a:pt x="1358805" y="75588"/>
                  </a:lnTo>
                  <a:lnTo>
                    <a:pt x="1362485" y="53719"/>
                  </a:lnTo>
                  <a:lnTo>
                    <a:pt x="1358805" y="31711"/>
                  </a:lnTo>
                  <a:lnTo>
                    <a:pt x="1348433" y="14758"/>
                  </a:lnTo>
                  <a:lnTo>
                    <a:pt x="1347943" y="14425"/>
                  </a:lnTo>
                  <a:close/>
                </a:path>
                <a:path w="1599565" h="144144">
                  <a:moveTo>
                    <a:pt x="1405972" y="1328"/>
                  </a:moveTo>
                  <a:lnTo>
                    <a:pt x="1388739" y="1328"/>
                  </a:lnTo>
                  <a:lnTo>
                    <a:pt x="1388739" y="104973"/>
                  </a:lnTo>
                  <a:lnTo>
                    <a:pt x="1405972" y="104973"/>
                  </a:lnTo>
                  <a:lnTo>
                    <a:pt x="1405972" y="60746"/>
                  </a:lnTo>
                  <a:lnTo>
                    <a:pt x="1476742" y="60746"/>
                  </a:lnTo>
                  <a:lnTo>
                    <a:pt x="1476742" y="45939"/>
                  </a:lnTo>
                  <a:lnTo>
                    <a:pt x="1405972" y="45939"/>
                  </a:lnTo>
                  <a:lnTo>
                    <a:pt x="1405972" y="1328"/>
                  </a:lnTo>
                  <a:close/>
                </a:path>
                <a:path w="1599565" h="144144">
                  <a:moveTo>
                    <a:pt x="1476742" y="60746"/>
                  </a:moveTo>
                  <a:lnTo>
                    <a:pt x="1459515" y="60746"/>
                  </a:lnTo>
                  <a:lnTo>
                    <a:pt x="1459515" y="104973"/>
                  </a:lnTo>
                  <a:lnTo>
                    <a:pt x="1476742" y="104973"/>
                  </a:lnTo>
                  <a:lnTo>
                    <a:pt x="1476742" y="60746"/>
                  </a:lnTo>
                  <a:close/>
                </a:path>
                <a:path w="1599565" h="144144">
                  <a:moveTo>
                    <a:pt x="1476742" y="1328"/>
                  </a:moveTo>
                  <a:lnTo>
                    <a:pt x="1459515" y="1328"/>
                  </a:lnTo>
                  <a:lnTo>
                    <a:pt x="1459515" y="45939"/>
                  </a:lnTo>
                  <a:lnTo>
                    <a:pt x="1476742" y="45939"/>
                  </a:lnTo>
                  <a:lnTo>
                    <a:pt x="1476742" y="1328"/>
                  </a:lnTo>
                  <a:close/>
                </a:path>
                <a:path w="1599565" h="144144">
                  <a:moveTo>
                    <a:pt x="1525362" y="1328"/>
                  </a:moveTo>
                  <a:lnTo>
                    <a:pt x="1508130" y="1328"/>
                  </a:lnTo>
                  <a:lnTo>
                    <a:pt x="1508130" y="104973"/>
                  </a:lnTo>
                  <a:lnTo>
                    <a:pt x="1528232" y="104973"/>
                  </a:lnTo>
                  <a:lnTo>
                    <a:pt x="1543963" y="81436"/>
                  </a:lnTo>
                  <a:lnTo>
                    <a:pt x="1525362" y="81436"/>
                  </a:lnTo>
                  <a:lnTo>
                    <a:pt x="1525362" y="1328"/>
                  </a:lnTo>
                  <a:close/>
                </a:path>
                <a:path w="1599565" h="144144">
                  <a:moveTo>
                    <a:pt x="1599001" y="24869"/>
                  </a:moveTo>
                  <a:lnTo>
                    <a:pt x="1581771" y="24869"/>
                  </a:lnTo>
                  <a:lnTo>
                    <a:pt x="1581771" y="104973"/>
                  </a:lnTo>
                  <a:lnTo>
                    <a:pt x="1599001" y="104973"/>
                  </a:lnTo>
                  <a:lnTo>
                    <a:pt x="1599001" y="24869"/>
                  </a:lnTo>
                  <a:close/>
                </a:path>
                <a:path w="1599565" h="144144">
                  <a:moveTo>
                    <a:pt x="1599001" y="1328"/>
                  </a:moveTo>
                  <a:lnTo>
                    <a:pt x="1579104" y="1328"/>
                  </a:lnTo>
                  <a:lnTo>
                    <a:pt x="1525362" y="81436"/>
                  </a:lnTo>
                  <a:lnTo>
                    <a:pt x="1543963" y="81436"/>
                  </a:lnTo>
                  <a:lnTo>
                    <a:pt x="1581771" y="24869"/>
                  </a:lnTo>
                  <a:lnTo>
                    <a:pt x="1599001" y="24869"/>
                  </a:lnTo>
                  <a:lnTo>
                    <a:pt x="1599001" y="1328"/>
                  </a:lnTo>
                  <a:close/>
                </a:path>
              </a:pathLst>
            </a:custGeom>
            <a:solidFill>
              <a:srgbClr val="133A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203616" y="1291026"/>
            <a:ext cx="4538980" cy="76751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385"/>
              </a:spcBef>
            </a:pPr>
            <a:r>
              <a:rPr sz="1500" dirty="0">
                <a:solidFill>
                  <a:srgbClr val="16387F"/>
                </a:solidFill>
                <a:latin typeface="Tahoma"/>
                <a:cs typeface="Tahoma"/>
              </a:rPr>
              <a:t>Аҳоли</a:t>
            </a:r>
            <a:r>
              <a:rPr sz="1500" spc="229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211195" algn="l"/>
              </a:tabLst>
            </a:pPr>
            <a:r>
              <a:rPr sz="4125" b="1" spc="37" baseline="202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4125" b="1" spc="75" baseline="2020" dirty="0">
                <a:solidFill>
                  <a:srgbClr val="16387F"/>
                </a:solidFill>
                <a:latin typeface="Tahoma"/>
                <a:cs typeface="Tahoma"/>
              </a:rPr>
              <a:t>6565</a:t>
            </a:r>
            <a:r>
              <a:rPr sz="4125" b="1" spc="607" baseline="202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2775" spc="-15" baseline="3003" dirty="0">
                <a:solidFill>
                  <a:srgbClr val="16387F"/>
                </a:solidFill>
                <a:latin typeface="Tahoma"/>
                <a:cs typeface="Tahoma"/>
              </a:rPr>
              <a:t>нафар</a:t>
            </a:r>
            <a:r>
              <a:rPr sz="2775" baseline="3003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lang="uz-Cyrl-UZ" sz="2750" b="1" spc="50" dirty="0">
                <a:solidFill>
                  <a:srgbClr val="16387F"/>
                </a:solidFill>
                <a:latin typeface="Tahoma"/>
                <a:cs typeface="Tahoma"/>
              </a:rPr>
              <a:t>1110</a:t>
            </a:r>
            <a:r>
              <a:rPr sz="2750" b="1" spc="39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531798" y="1340162"/>
            <a:ext cx="1736725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dirty="0">
                <a:solidFill>
                  <a:srgbClr val="16387F"/>
                </a:solidFill>
                <a:latin typeface="Tahoma"/>
                <a:cs typeface="Tahoma"/>
              </a:rPr>
              <a:t>Камбағал</a:t>
            </a:r>
            <a:r>
              <a:rPr sz="1500" spc="35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16387F"/>
                </a:solidFill>
                <a:latin typeface="Tahoma"/>
                <a:cs typeface="Tahoma"/>
              </a:rPr>
              <a:t>оилалар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306040" y="1653631"/>
            <a:ext cx="80391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750" b="1" spc="-200" smtClean="0">
                <a:solidFill>
                  <a:srgbClr val="16387F"/>
                </a:solidFill>
                <a:latin typeface="Tahoma"/>
                <a:cs typeface="Tahoma"/>
              </a:rPr>
              <a:t>3</a:t>
            </a:r>
            <a:r>
              <a:rPr sz="2750" b="1" spc="-20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5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787148" y="1300480"/>
            <a:ext cx="144145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spc="50" dirty="0">
                <a:solidFill>
                  <a:srgbClr val="16387F"/>
                </a:solidFill>
                <a:latin typeface="Tahoma"/>
                <a:cs typeface="Tahoma"/>
              </a:rPr>
              <a:t>Ишсизлар</a:t>
            </a:r>
            <a:r>
              <a:rPr sz="1500" spc="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endParaRPr sz="1500" dirty="0">
              <a:latin typeface="Tahoma"/>
              <a:cs typeface="Tahom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8146" y="1230198"/>
            <a:ext cx="13996035" cy="995680"/>
            <a:chOff x="528146" y="1230198"/>
            <a:chExt cx="13996035" cy="995680"/>
          </a:xfrm>
        </p:grpSpPr>
        <p:sp>
          <p:nvSpPr>
            <p:cNvPr id="67" name="object 67"/>
            <p:cNvSpPr/>
            <p:nvPr/>
          </p:nvSpPr>
          <p:spPr>
            <a:xfrm>
              <a:off x="13996711" y="1441620"/>
              <a:ext cx="527050" cy="504190"/>
            </a:xfrm>
            <a:custGeom>
              <a:avLst/>
              <a:gdLst/>
              <a:ahLst/>
              <a:cxnLst/>
              <a:rect l="l" t="t" r="r" b="b"/>
              <a:pathLst>
                <a:path w="527050" h="504189">
                  <a:moveTo>
                    <a:pt x="109164" y="324190"/>
                  </a:moveTo>
                  <a:lnTo>
                    <a:pt x="16065" y="413895"/>
                  </a:lnTo>
                  <a:lnTo>
                    <a:pt x="4016" y="431328"/>
                  </a:lnTo>
                  <a:lnTo>
                    <a:pt x="0" y="451270"/>
                  </a:lnTo>
                  <a:lnTo>
                    <a:pt x="4016" y="471214"/>
                  </a:lnTo>
                  <a:lnTo>
                    <a:pt x="16065" y="488649"/>
                  </a:lnTo>
                  <a:lnTo>
                    <a:pt x="34319" y="500154"/>
                  </a:lnTo>
                  <a:lnTo>
                    <a:pt x="55199" y="503989"/>
                  </a:lnTo>
                  <a:lnTo>
                    <a:pt x="76079" y="500154"/>
                  </a:lnTo>
                  <a:lnTo>
                    <a:pt x="94333" y="488649"/>
                  </a:lnTo>
                  <a:lnTo>
                    <a:pt x="187443" y="399728"/>
                  </a:lnTo>
                  <a:lnTo>
                    <a:pt x="164319" y="383941"/>
                  </a:lnTo>
                  <a:lnTo>
                    <a:pt x="143360" y="366090"/>
                  </a:lnTo>
                  <a:lnTo>
                    <a:pt x="124872" y="346173"/>
                  </a:lnTo>
                  <a:lnTo>
                    <a:pt x="109164" y="324190"/>
                  </a:lnTo>
                  <a:close/>
                </a:path>
                <a:path w="527050" h="504189">
                  <a:moveTo>
                    <a:pt x="308562" y="0"/>
                  </a:moveTo>
                  <a:lnTo>
                    <a:pt x="258894" y="5521"/>
                  </a:lnTo>
                  <a:lnTo>
                    <a:pt x="213191" y="21242"/>
                  </a:lnTo>
                  <a:lnTo>
                    <a:pt x="172791" y="45897"/>
                  </a:lnTo>
                  <a:lnTo>
                    <a:pt x="139036" y="78218"/>
                  </a:lnTo>
                  <a:lnTo>
                    <a:pt x="113266" y="116940"/>
                  </a:lnTo>
                  <a:lnTo>
                    <a:pt x="96822" y="160797"/>
                  </a:lnTo>
                  <a:lnTo>
                    <a:pt x="91135" y="207759"/>
                  </a:lnTo>
                  <a:lnTo>
                    <a:pt x="91042" y="208522"/>
                  </a:lnTo>
                  <a:lnTo>
                    <a:pt x="96822" y="255954"/>
                  </a:lnTo>
                  <a:lnTo>
                    <a:pt x="113267" y="299600"/>
                  </a:lnTo>
                  <a:lnTo>
                    <a:pt x="139037" y="338181"/>
                  </a:lnTo>
                  <a:lnTo>
                    <a:pt x="172792" y="370417"/>
                  </a:lnTo>
                  <a:lnTo>
                    <a:pt x="213192" y="395028"/>
                  </a:lnTo>
                  <a:lnTo>
                    <a:pt x="258895" y="410733"/>
                  </a:lnTo>
                  <a:lnTo>
                    <a:pt x="308562" y="416252"/>
                  </a:lnTo>
                  <a:lnTo>
                    <a:pt x="358275" y="410733"/>
                  </a:lnTo>
                  <a:lnTo>
                    <a:pt x="385791" y="401302"/>
                  </a:lnTo>
                  <a:lnTo>
                    <a:pt x="308562" y="401302"/>
                  </a:lnTo>
                  <a:lnTo>
                    <a:pt x="262356" y="396198"/>
                  </a:lnTo>
                  <a:lnTo>
                    <a:pt x="219897" y="381665"/>
                  </a:lnTo>
                  <a:lnTo>
                    <a:pt x="182411" y="358874"/>
                  </a:lnTo>
                  <a:lnTo>
                    <a:pt x="151123" y="328995"/>
                  </a:lnTo>
                  <a:lnTo>
                    <a:pt x="127258" y="293196"/>
                  </a:lnTo>
                  <a:lnTo>
                    <a:pt x="112040" y="252649"/>
                  </a:lnTo>
                  <a:lnTo>
                    <a:pt x="106695" y="208522"/>
                  </a:lnTo>
                  <a:lnTo>
                    <a:pt x="112040" y="164103"/>
                  </a:lnTo>
                  <a:lnTo>
                    <a:pt x="127258" y="123345"/>
                  </a:lnTo>
                  <a:lnTo>
                    <a:pt x="151123" y="87406"/>
                  </a:lnTo>
                  <a:lnTo>
                    <a:pt x="182411" y="57441"/>
                  </a:lnTo>
                  <a:lnTo>
                    <a:pt x="219897" y="34605"/>
                  </a:lnTo>
                  <a:lnTo>
                    <a:pt x="262356" y="20056"/>
                  </a:lnTo>
                  <a:lnTo>
                    <a:pt x="308562" y="14950"/>
                  </a:lnTo>
                  <a:lnTo>
                    <a:pt x="386074" y="14950"/>
                  </a:lnTo>
                  <a:lnTo>
                    <a:pt x="358533" y="5521"/>
                  </a:lnTo>
                  <a:lnTo>
                    <a:pt x="308562" y="0"/>
                  </a:lnTo>
                  <a:close/>
                </a:path>
                <a:path w="527050" h="504189">
                  <a:moveTo>
                    <a:pt x="386074" y="14950"/>
                  </a:moveTo>
                  <a:lnTo>
                    <a:pt x="308562" y="14950"/>
                  </a:lnTo>
                  <a:lnTo>
                    <a:pt x="354773" y="20056"/>
                  </a:lnTo>
                  <a:lnTo>
                    <a:pt x="397255" y="34605"/>
                  </a:lnTo>
                  <a:lnTo>
                    <a:pt x="434776" y="57441"/>
                  </a:lnTo>
                  <a:lnTo>
                    <a:pt x="466000" y="87258"/>
                  </a:lnTo>
                  <a:lnTo>
                    <a:pt x="489867" y="123057"/>
                  </a:lnTo>
                  <a:lnTo>
                    <a:pt x="505085" y="163604"/>
                  </a:lnTo>
                  <a:lnTo>
                    <a:pt x="510427" y="207759"/>
                  </a:lnTo>
                  <a:lnTo>
                    <a:pt x="505428" y="251794"/>
                  </a:lnTo>
                  <a:lnTo>
                    <a:pt x="505388" y="252148"/>
                  </a:lnTo>
                  <a:lnTo>
                    <a:pt x="490371" y="292905"/>
                  </a:lnTo>
                  <a:lnTo>
                    <a:pt x="466606" y="328844"/>
                  </a:lnTo>
                  <a:lnTo>
                    <a:pt x="435212" y="358874"/>
                  </a:lnTo>
                  <a:lnTo>
                    <a:pt x="397673" y="381665"/>
                  </a:lnTo>
                  <a:lnTo>
                    <a:pt x="355046" y="396198"/>
                  </a:lnTo>
                  <a:lnTo>
                    <a:pt x="308562" y="401302"/>
                  </a:lnTo>
                  <a:lnTo>
                    <a:pt x="385791" y="401302"/>
                  </a:lnTo>
                  <a:lnTo>
                    <a:pt x="444656" y="370417"/>
                  </a:lnTo>
                  <a:lnTo>
                    <a:pt x="478586" y="338181"/>
                  </a:lnTo>
                  <a:lnTo>
                    <a:pt x="504517" y="299600"/>
                  </a:lnTo>
                  <a:lnTo>
                    <a:pt x="521080" y="255954"/>
                  </a:lnTo>
                  <a:lnTo>
                    <a:pt x="526905" y="208522"/>
                  </a:lnTo>
                  <a:lnTo>
                    <a:pt x="521123" y="160797"/>
                  </a:lnTo>
                  <a:lnTo>
                    <a:pt x="504661" y="116940"/>
                  </a:lnTo>
                  <a:lnTo>
                    <a:pt x="478845" y="78218"/>
                  </a:lnTo>
                  <a:lnTo>
                    <a:pt x="445001" y="45897"/>
                  </a:lnTo>
                  <a:lnTo>
                    <a:pt x="404455" y="21242"/>
                  </a:lnTo>
                  <a:lnTo>
                    <a:pt x="386074" y="14950"/>
                  </a:lnTo>
                  <a:close/>
                </a:path>
                <a:path w="527050" h="504189">
                  <a:moveTo>
                    <a:pt x="273954" y="184917"/>
                  </a:moveTo>
                  <a:lnTo>
                    <a:pt x="271485" y="184917"/>
                  </a:lnTo>
                  <a:lnTo>
                    <a:pt x="269015" y="186490"/>
                  </a:lnTo>
                  <a:lnTo>
                    <a:pt x="249985" y="199461"/>
                  </a:lnTo>
                  <a:lnTo>
                    <a:pt x="235437" y="216488"/>
                  </a:lnTo>
                  <a:lnTo>
                    <a:pt x="226143" y="236612"/>
                  </a:lnTo>
                  <a:lnTo>
                    <a:pt x="222873" y="258879"/>
                  </a:lnTo>
                  <a:lnTo>
                    <a:pt x="224032" y="265986"/>
                  </a:lnTo>
                  <a:lnTo>
                    <a:pt x="264663" y="292336"/>
                  </a:lnTo>
                  <a:lnTo>
                    <a:pt x="309390" y="296650"/>
                  </a:lnTo>
                  <a:lnTo>
                    <a:pt x="340852" y="294400"/>
                  </a:lnTo>
                  <a:lnTo>
                    <a:pt x="368300" y="287502"/>
                  </a:lnTo>
                  <a:lnTo>
                    <a:pt x="387715" y="275735"/>
                  </a:lnTo>
                  <a:lnTo>
                    <a:pt x="395080" y="258879"/>
                  </a:lnTo>
                  <a:lnTo>
                    <a:pt x="391810" y="236612"/>
                  </a:lnTo>
                  <a:lnTo>
                    <a:pt x="382513" y="216488"/>
                  </a:lnTo>
                  <a:lnTo>
                    <a:pt x="367962" y="199461"/>
                  </a:lnTo>
                  <a:lnTo>
                    <a:pt x="361917" y="195341"/>
                  </a:lnTo>
                  <a:lnTo>
                    <a:pt x="308663" y="195341"/>
                  </a:lnTo>
                  <a:lnTo>
                    <a:pt x="291812" y="193128"/>
                  </a:lnTo>
                  <a:lnTo>
                    <a:pt x="276431" y="186490"/>
                  </a:lnTo>
                  <a:lnTo>
                    <a:pt x="273954" y="184917"/>
                  </a:lnTo>
                  <a:close/>
                </a:path>
                <a:path w="527050" h="504189">
                  <a:moveTo>
                    <a:pt x="189091" y="196714"/>
                  </a:moveTo>
                  <a:lnTo>
                    <a:pt x="185794" y="196714"/>
                  </a:lnTo>
                  <a:lnTo>
                    <a:pt x="183324" y="198291"/>
                  </a:lnTo>
                  <a:lnTo>
                    <a:pt x="169353" y="207759"/>
                  </a:lnTo>
                  <a:lnTo>
                    <a:pt x="158705" y="220324"/>
                  </a:lnTo>
                  <a:lnTo>
                    <a:pt x="151920" y="235248"/>
                  </a:lnTo>
                  <a:lnTo>
                    <a:pt x="149539" y="251794"/>
                  </a:lnTo>
                  <a:lnTo>
                    <a:pt x="149539" y="257301"/>
                  </a:lnTo>
                  <a:lnTo>
                    <a:pt x="181879" y="277958"/>
                  </a:lnTo>
                  <a:lnTo>
                    <a:pt x="212981" y="280911"/>
                  </a:lnTo>
                  <a:lnTo>
                    <a:pt x="213809" y="280911"/>
                  </a:lnTo>
                  <a:lnTo>
                    <a:pt x="208042" y="272260"/>
                  </a:lnTo>
                  <a:lnTo>
                    <a:pt x="206393" y="264387"/>
                  </a:lnTo>
                  <a:lnTo>
                    <a:pt x="206393" y="258879"/>
                  </a:lnTo>
                  <a:lnTo>
                    <a:pt x="208046" y="243718"/>
                  </a:lnTo>
                  <a:lnTo>
                    <a:pt x="208094" y="243278"/>
                  </a:lnTo>
                  <a:lnTo>
                    <a:pt x="211956" y="228488"/>
                  </a:lnTo>
                  <a:lnTo>
                    <a:pt x="217979" y="214729"/>
                  </a:lnTo>
                  <a:lnTo>
                    <a:pt x="224900" y="204152"/>
                  </a:lnTo>
                  <a:lnTo>
                    <a:pt x="208512" y="204152"/>
                  </a:lnTo>
                  <a:lnTo>
                    <a:pt x="199995" y="202222"/>
                  </a:lnTo>
                  <a:lnTo>
                    <a:pt x="199742" y="202222"/>
                  </a:lnTo>
                  <a:lnTo>
                    <a:pt x="191562" y="198291"/>
                  </a:lnTo>
                  <a:lnTo>
                    <a:pt x="189091" y="196714"/>
                  </a:lnTo>
                  <a:close/>
                </a:path>
                <a:path w="527050" h="504189">
                  <a:moveTo>
                    <a:pt x="391774" y="202222"/>
                  </a:moveTo>
                  <a:lnTo>
                    <a:pt x="409394" y="243278"/>
                  </a:lnTo>
                  <a:lnTo>
                    <a:pt x="410725" y="258879"/>
                  </a:lnTo>
                  <a:lnTo>
                    <a:pt x="410725" y="266744"/>
                  </a:lnTo>
                  <a:lnTo>
                    <a:pt x="408255" y="274618"/>
                  </a:lnTo>
                  <a:lnTo>
                    <a:pt x="403310" y="280911"/>
                  </a:lnTo>
                  <a:lnTo>
                    <a:pt x="404138" y="280911"/>
                  </a:lnTo>
                  <a:lnTo>
                    <a:pt x="417710" y="280246"/>
                  </a:lnTo>
                  <a:lnTo>
                    <a:pt x="419266" y="280246"/>
                  </a:lnTo>
                  <a:lnTo>
                    <a:pt x="435554" y="277665"/>
                  </a:lnTo>
                  <a:lnTo>
                    <a:pt x="449447" y="273274"/>
                  </a:lnTo>
                  <a:lnTo>
                    <a:pt x="460172" y="266744"/>
                  </a:lnTo>
                  <a:lnTo>
                    <a:pt x="465111" y="262809"/>
                  </a:lnTo>
                  <a:lnTo>
                    <a:pt x="467581" y="257301"/>
                  </a:lnTo>
                  <a:lnTo>
                    <a:pt x="467581" y="251794"/>
                  </a:lnTo>
                  <a:lnTo>
                    <a:pt x="465678" y="235248"/>
                  </a:lnTo>
                  <a:lnTo>
                    <a:pt x="459138" y="220324"/>
                  </a:lnTo>
                  <a:lnTo>
                    <a:pt x="448582" y="207759"/>
                  </a:lnTo>
                  <a:lnTo>
                    <a:pt x="443265" y="204152"/>
                  </a:lnTo>
                  <a:lnTo>
                    <a:pt x="400660" y="204152"/>
                  </a:lnTo>
                  <a:lnTo>
                    <a:pt x="391774" y="202222"/>
                  </a:lnTo>
                  <a:close/>
                </a:path>
                <a:path w="527050" h="504189">
                  <a:moveTo>
                    <a:pt x="226164" y="202222"/>
                  </a:moveTo>
                  <a:lnTo>
                    <a:pt x="217282" y="204152"/>
                  </a:lnTo>
                  <a:lnTo>
                    <a:pt x="224900" y="204152"/>
                  </a:lnTo>
                  <a:lnTo>
                    <a:pt x="226164" y="202222"/>
                  </a:lnTo>
                  <a:close/>
                </a:path>
                <a:path w="527050" h="504189">
                  <a:moveTo>
                    <a:pt x="432149" y="196714"/>
                  </a:moveTo>
                  <a:lnTo>
                    <a:pt x="428855" y="197498"/>
                  </a:lnTo>
                  <a:lnTo>
                    <a:pt x="426378" y="198291"/>
                  </a:lnTo>
                  <a:lnTo>
                    <a:pt x="418198" y="202222"/>
                  </a:lnTo>
                  <a:lnTo>
                    <a:pt x="417946" y="202222"/>
                  </a:lnTo>
                  <a:lnTo>
                    <a:pt x="409430" y="204152"/>
                  </a:lnTo>
                  <a:lnTo>
                    <a:pt x="443265" y="204152"/>
                  </a:lnTo>
                  <a:lnTo>
                    <a:pt x="434626" y="198291"/>
                  </a:lnTo>
                  <a:lnTo>
                    <a:pt x="432149" y="196714"/>
                  </a:lnTo>
                  <a:close/>
                </a:path>
                <a:path w="527050" h="504189">
                  <a:moveTo>
                    <a:pt x="346462" y="185698"/>
                  </a:moveTo>
                  <a:lnTo>
                    <a:pt x="343992" y="185698"/>
                  </a:lnTo>
                  <a:lnTo>
                    <a:pt x="341523" y="186490"/>
                  </a:lnTo>
                  <a:lnTo>
                    <a:pt x="325672" y="193128"/>
                  </a:lnTo>
                  <a:lnTo>
                    <a:pt x="308663" y="195341"/>
                  </a:lnTo>
                  <a:lnTo>
                    <a:pt x="361917" y="195341"/>
                  </a:lnTo>
                  <a:lnTo>
                    <a:pt x="348931" y="186490"/>
                  </a:lnTo>
                  <a:lnTo>
                    <a:pt x="346462" y="185698"/>
                  </a:lnTo>
                  <a:close/>
                </a:path>
                <a:path w="527050" h="504189">
                  <a:moveTo>
                    <a:pt x="212981" y="130618"/>
                  </a:moveTo>
                  <a:lnTo>
                    <a:pt x="200187" y="133102"/>
                  </a:lnTo>
                  <a:lnTo>
                    <a:pt x="189708" y="139864"/>
                  </a:lnTo>
                  <a:lnTo>
                    <a:pt x="182627" y="149872"/>
                  </a:lnTo>
                  <a:lnTo>
                    <a:pt x="180026" y="162092"/>
                  </a:lnTo>
                  <a:lnTo>
                    <a:pt x="182281" y="174315"/>
                  </a:lnTo>
                  <a:lnTo>
                    <a:pt x="189400" y="184322"/>
                  </a:lnTo>
                  <a:lnTo>
                    <a:pt x="200071" y="191082"/>
                  </a:lnTo>
                  <a:lnTo>
                    <a:pt x="212981" y="193564"/>
                  </a:lnTo>
                  <a:lnTo>
                    <a:pt x="225774" y="191082"/>
                  </a:lnTo>
                  <a:lnTo>
                    <a:pt x="236254" y="184322"/>
                  </a:lnTo>
                  <a:lnTo>
                    <a:pt x="243337" y="174315"/>
                  </a:lnTo>
                  <a:lnTo>
                    <a:pt x="245939" y="162092"/>
                  </a:lnTo>
                  <a:lnTo>
                    <a:pt x="243338" y="149872"/>
                  </a:lnTo>
                  <a:lnTo>
                    <a:pt x="236256" y="139864"/>
                  </a:lnTo>
                  <a:lnTo>
                    <a:pt x="225776" y="133102"/>
                  </a:lnTo>
                  <a:lnTo>
                    <a:pt x="212981" y="130618"/>
                  </a:lnTo>
                  <a:close/>
                </a:path>
                <a:path w="527050" h="504189">
                  <a:moveTo>
                    <a:pt x="404958" y="130618"/>
                  </a:moveTo>
                  <a:lnTo>
                    <a:pt x="392164" y="133102"/>
                  </a:lnTo>
                  <a:lnTo>
                    <a:pt x="381685" y="139864"/>
                  </a:lnTo>
                  <a:lnTo>
                    <a:pt x="374605" y="149872"/>
                  </a:lnTo>
                  <a:lnTo>
                    <a:pt x="372004" y="162092"/>
                  </a:lnTo>
                  <a:lnTo>
                    <a:pt x="374607" y="174315"/>
                  </a:lnTo>
                  <a:lnTo>
                    <a:pt x="381690" y="184322"/>
                  </a:lnTo>
                  <a:lnTo>
                    <a:pt x="392169" y="191082"/>
                  </a:lnTo>
                  <a:lnTo>
                    <a:pt x="404958" y="193564"/>
                  </a:lnTo>
                  <a:lnTo>
                    <a:pt x="417751" y="191082"/>
                  </a:lnTo>
                  <a:lnTo>
                    <a:pt x="428231" y="184322"/>
                  </a:lnTo>
                  <a:lnTo>
                    <a:pt x="435314" y="174315"/>
                  </a:lnTo>
                  <a:lnTo>
                    <a:pt x="437916" y="162092"/>
                  </a:lnTo>
                  <a:lnTo>
                    <a:pt x="435315" y="149872"/>
                  </a:lnTo>
                  <a:lnTo>
                    <a:pt x="428233" y="139864"/>
                  </a:lnTo>
                  <a:lnTo>
                    <a:pt x="417754" y="133102"/>
                  </a:lnTo>
                  <a:lnTo>
                    <a:pt x="404958" y="130618"/>
                  </a:lnTo>
                  <a:close/>
                </a:path>
                <a:path w="527050" h="504189">
                  <a:moveTo>
                    <a:pt x="308562" y="97570"/>
                  </a:moveTo>
                  <a:lnTo>
                    <a:pt x="291787" y="100755"/>
                  </a:lnTo>
                  <a:lnTo>
                    <a:pt x="278180" y="109472"/>
                  </a:lnTo>
                  <a:lnTo>
                    <a:pt x="269052" y="122467"/>
                  </a:lnTo>
                  <a:lnTo>
                    <a:pt x="265718" y="138484"/>
                  </a:lnTo>
                  <a:lnTo>
                    <a:pt x="269096" y="154172"/>
                  </a:lnTo>
                  <a:lnTo>
                    <a:pt x="269168" y="154506"/>
                  </a:lnTo>
                  <a:lnTo>
                    <a:pt x="278487" y="167501"/>
                  </a:lnTo>
                  <a:lnTo>
                    <a:pt x="292133" y="176217"/>
                  </a:lnTo>
                  <a:lnTo>
                    <a:pt x="308562" y="179401"/>
                  </a:lnTo>
                  <a:lnTo>
                    <a:pt x="324770" y="176217"/>
                  </a:lnTo>
                  <a:lnTo>
                    <a:pt x="325166" y="176217"/>
                  </a:lnTo>
                  <a:lnTo>
                    <a:pt x="338942" y="167205"/>
                  </a:lnTo>
                  <a:lnTo>
                    <a:pt x="348068" y="154172"/>
                  </a:lnTo>
                  <a:lnTo>
                    <a:pt x="351401" y="138484"/>
                  </a:lnTo>
                  <a:lnTo>
                    <a:pt x="348251" y="123345"/>
                  </a:lnTo>
                  <a:lnTo>
                    <a:pt x="348191" y="123057"/>
                  </a:lnTo>
                  <a:lnTo>
                    <a:pt x="348068" y="122467"/>
                  </a:lnTo>
                  <a:lnTo>
                    <a:pt x="338942" y="109472"/>
                  </a:lnTo>
                  <a:lnTo>
                    <a:pt x="325337" y="100755"/>
                  </a:lnTo>
                  <a:lnTo>
                    <a:pt x="308562" y="975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8146" y="1230198"/>
              <a:ext cx="3711575" cy="995680"/>
            </a:xfrm>
            <a:custGeom>
              <a:avLst/>
              <a:gdLst/>
              <a:ahLst/>
              <a:cxnLst/>
              <a:rect l="l" t="t" r="r" b="b"/>
              <a:pathLst>
                <a:path w="3711575" h="995680">
                  <a:moveTo>
                    <a:pt x="3711294" y="0"/>
                  </a:moveTo>
                  <a:lnTo>
                    <a:pt x="0" y="0"/>
                  </a:lnTo>
                  <a:lnTo>
                    <a:pt x="0" y="995432"/>
                  </a:lnTo>
                  <a:lnTo>
                    <a:pt x="3711294" y="995432"/>
                  </a:lnTo>
                  <a:lnTo>
                    <a:pt x="3711294" y="0"/>
                  </a:lnTo>
                  <a:close/>
                </a:path>
              </a:pathLst>
            </a:custGeom>
            <a:solidFill>
              <a:srgbClr val="232122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63911" y="1288852"/>
              <a:ext cx="3563620" cy="802640"/>
            </a:xfrm>
            <a:custGeom>
              <a:avLst/>
              <a:gdLst/>
              <a:ahLst/>
              <a:cxnLst/>
              <a:rect l="l" t="t" r="r" b="b"/>
              <a:pathLst>
                <a:path w="3563620" h="802639">
                  <a:moveTo>
                    <a:pt x="3322545" y="71"/>
                  </a:moveTo>
                  <a:lnTo>
                    <a:pt x="3276560" y="267"/>
                  </a:lnTo>
                  <a:lnTo>
                    <a:pt x="320589" y="1088"/>
                  </a:lnTo>
                  <a:lnTo>
                    <a:pt x="276806" y="46"/>
                  </a:lnTo>
                  <a:lnTo>
                    <a:pt x="242899" y="0"/>
                  </a:lnTo>
                  <a:lnTo>
                    <a:pt x="196662" y="8428"/>
                  </a:lnTo>
                  <a:lnTo>
                    <a:pt x="165775" y="37438"/>
                  </a:lnTo>
                  <a:lnTo>
                    <a:pt x="134136" y="98096"/>
                  </a:lnTo>
                  <a:lnTo>
                    <a:pt x="113003" y="143751"/>
                  </a:lnTo>
                  <a:lnTo>
                    <a:pt x="85644" y="201468"/>
                  </a:lnTo>
                  <a:lnTo>
                    <a:pt x="59475" y="254287"/>
                  </a:lnTo>
                  <a:lnTo>
                    <a:pt x="38064" y="296453"/>
                  </a:lnTo>
                  <a:lnTo>
                    <a:pt x="21411" y="330095"/>
                  </a:lnTo>
                  <a:lnTo>
                    <a:pt x="9516" y="357344"/>
                  </a:lnTo>
                  <a:lnTo>
                    <a:pt x="2379" y="380331"/>
                  </a:lnTo>
                  <a:lnTo>
                    <a:pt x="0" y="401188"/>
                  </a:lnTo>
                  <a:lnTo>
                    <a:pt x="2379" y="422045"/>
                  </a:lnTo>
                  <a:lnTo>
                    <a:pt x="9516" y="445033"/>
                  </a:lnTo>
                  <a:lnTo>
                    <a:pt x="21411" y="472283"/>
                  </a:lnTo>
                  <a:lnTo>
                    <a:pt x="38064" y="505925"/>
                  </a:lnTo>
                  <a:lnTo>
                    <a:pt x="59475" y="548091"/>
                  </a:lnTo>
                  <a:lnTo>
                    <a:pt x="85644" y="600912"/>
                  </a:lnTo>
                  <a:lnTo>
                    <a:pt x="113003" y="658628"/>
                  </a:lnTo>
                  <a:lnTo>
                    <a:pt x="134136" y="704283"/>
                  </a:lnTo>
                  <a:lnTo>
                    <a:pt x="151056" y="739260"/>
                  </a:lnTo>
                  <a:lnTo>
                    <a:pt x="180306" y="782712"/>
                  </a:lnTo>
                  <a:lnTo>
                    <a:pt x="216855" y="800049"/>
                  </a:lnTo>
                  <a:lnTo>
                    <a:pt x="242899" y="802383"/>
                  </a:lnTo>
                  <a:lnTo>
                    <a:pt x="276806" y="802337"/>
                  </a:lnTo>
                  <a:lnTo>
                    <a:pt x="320589" y="801295"/>
                  </a:lnTo>
                  <a:lnTo>
                    <a:pt x="376260" y="800641"/>
                  </a:lnTo>
                  <a:lnTo>
                    <a:pt x="3326655" y="802128"/>
                  </a:lnTo>
                  <a:lnTo>
                    <a:pt x="3380177" y="785320"/>
                  </a:lnTo>
                  <a:lnTo>
                    <a:pt x="3418817" y="726312"/>
                  </a:lnTo>
                  <a:lnTo>
                    <a:pt x="3477769" y="600912"/>
                  </a:lnTo>
                  <a:lnTo>
                    <a:pt x="3503937" y="548092"/>
                  </a:lnTo>
                  <a:lnTo>
                    <a:pt x="3525348" y="505927"/>
                  </a:lnTo>
                  <a:lnTo>
                    <a:pt x="3553895" y="445036"/>
                  </a:lnTo>
                  <a:lnTo>
                    <a:pt x="3563410" y="401191"/>
                  </a:lnTo>
                  <a:lnTo>
                    <a:pt x="3561031" y="380334"/>
                  </a:lnTo>
                  <a:lnTo>
                    <a:pt x="3553895" y="357346"/>
                  </a:lnTo>
                  <a:lnTo>
                    <a:pt x="3542000" y="330097"/>
                  </a:lnTo>
                  <a:lnTo>
                    <a:pt x="3525348" y="296454"/>
                  </a:lnTo>
                  <a:lnTo>
                    <a:pt x="3503937" y="254288"/>
                  </a:lnTo>
                  <a:lnTo>
                    <a:pt x="3477769" y="201468"/>
                  </a:lnTo>
                  <a:lnTo>
                    <a:pt x="3418028" y="74452"/>
                  </a:lnTo>
                  <a:lnTo>
                    <a:pt x="3398129" y="38193"/>
                  </a:lnTo>
                  <a:lnTo>
                    <a:pt x="3378681" y="15840"/>
                  </a:lnTo>
                  <a:lnTo>
                    <a:pt x="3355036" y="4197"/>
                  </a:lnTo>
                  <a:lnTo>
                    <a:pt x="3322545" y="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8337" y="1288769"/>
              <a:ext cx="834609" cy="80255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443036" y="1322565"/>
            <a:ext cx="1929130" cy="2603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00" spc="10" dirty="0">
                <a:solidFill>
                  <a:srgbClr val="16387F"/>
                </a:solidFill>
                <a:latin typeface="Tahoma"/>
                <a:cs typeface="Tahoma"/>
              </a:rPr>
              <a:t>Бириктирилган</a:t>
            </a:r>
            <a:r>
              <a:rPr sz="1500" spc="41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16387F"/>
                </a:solidFill>
                <a:latin typeface="Tahoma"/>
                <a:cs typeface="Tahoma"/>
              </a:rPr>
              <a:t>банк</a:t>
            </a:r>
            <a:endParaRPr sz="1500" dirty="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66817" y="1412618"/>
            <a:ext cx="4305300" cy="586105"/>
            <a:chOff x="666817" y="1412618"/>
            <a:chExt cx="4305300" cy="586105"/>
          </a:xfrm>
        </p:grpSpPr>
        <p:sp>
          <p:nvSpPr>
            <p:cNvPr id="73" name="object 73"/>
            <p:cNvSpPr/>
            <p:nvPr/>
          </p:nvSpPr>
          <p:spPr>
            <a:xfrm>
              <a:off x="666813" y="1412624"/>
              <a:ext cx="4305300" cy="500380"/>
            </a:xfrm>
            <a:custGeom>
              <a:avLst/>
              <a:gdLst/>
              <a:ahLst/>
              <a:cxnLst/>
              <a:rect l="l" t="t" r="r" b="b"/>
              <a:pathLst>
                <a:path w="4305300" h="500380">
                  <a:moveTo>
                    <a:pt x="137363" y="352323"/>
                  </a:moveTo>
                  <a:lnTo>
                    <a:pt x="135966" y="343408"/>
                  </a:lnTo>
                  <a:lnTo>
                    <a:pt x="134861" y="342684"/>
                  </a:lnTo>
                  <a:lnTo>
                    <a:pt x="134404" y="342392"/>
                  </a:lnTo>
                  <a:lnTo>
                    <a:pt x="128524" y="338543"/>
                  </a:lnTo>
                  <a:lnTo>
                    <a:pt x="128054" y="342392"/>
                  </a:lnTo>
                  <a:lnTo>
                    <a:pt x="126758" y="340182"/>
                  </a:lnTo>
                  <a:lnTo>
                    <a:pt x="124015" y="335470"/>
                  </a:lnTo>
                  <a:lnTo>
                    <a:pt x="128244" y="202387"/>
                  </a:lnTo>
                  <a:lnTo>
                    <a:pt x="128358" y="198983"/>
                  </a:lnTo>
                  <a:lnTo>
                    <a:pt x="128384" y="197904"/>
                  </a:lnTo>
                  <a:lnTo>
                    <a:pt x="128511" y="193903"/>
                  </a:lnTo>
                  <a:lnTo>
                    <a:pt x="128562" y="192392"/>
                  </a:lnTo>
                  <a:lnTo>
                    <a:pt x="128574" y="192062"/>
                  </a:lnTo>
                  <a:lnTo>
                    <a:pt x="132892" y="189522"/>
                  </a:lnTo>
                  <a:lnTo>
                    <a:pt x="135966" y="186397"/>
                  </a:lnTo>
                  <a:lnTo>
                    <a:pt x="136842" y="180924"/>
                  </a:lnTo>
                  <a:lnTo>
                    <a:pt x="134556" y="171335"/>
                  </a:lnTo>
                  <a:lnTo>
                    <a:pt x="116801" y="169164"/>
                  </a:lnTo>
                  <a:lnTo>
                    <a:pt x="118859" y="169164"/>
                  </a:lnTo>
                  <a:lnTo>
                    <a:pt x="102984" y="168668"/>
                  </a:lnTo>
                  <a:lnTo>
                    <a:pt x="102984" y="197904"/>
                  </a:lnTo>
                  <a:lnTo>
                    <a:pt x="101777" y="202387"/>
                  </a:lnTo>
                  <a:lnTo>
                    <a:pt x="101688" y="228142"/>
                  </a:lnTo>
                  <a:lnTo>
                    <a:pt x="102095" y="286740"/>
                  </a:lnTo>
                  <a:lnTo>
                    <a:pt x="101841" y="317766"/>
                  </a:lnTo>
                  <a:lnTo>
                    <a:pt x="100723" y="338175"/>
                  </a:lnTo>
                  <a:lnTo>
                    <a:pt x="100609" y="340182"/>
                  </a:lnTo>
                  <a:lnTo>
                    <a:pt x="77470" y="339344"/>
                  </a:lnTo>
                  <a:lnTo>
                    <a:pt x="76784" y="202387"/>
                  </a:lnTo>
                  <a:lnTo>
                    <a:pt x="76860" y="197904"/>
                  </a:lnTo>
                  <a:lnTo>
                    <a:pt x="77165" y="194614"/>
                  </a:lnTo>
                  <a:lnTo>
                    <a:pt x="77266" y="193497"/>
                  </a:lnTo>
                  <a:lnTo>
                    <a:pt x="77368" y="192862"/>
                  </a:lnTo>
                  <a:lnTo>
                    <a:pt x="77762" y="193497"/>
                  </a:lnTo>
                  <a:lnTo>
                    <a:pt x="78460" y="192862"/>
                  </a:lnTo>
                  <a:lnTo>
                    <a:pt x="78981" y="192392"/>
                  </a:lnTo>
                  <a:lnTo>
                    <a:pt x="99415" y="192392"/>
                  </a:lnTo>
                  <a:lnTo>
                    <a:pt x="102984" y="197904"/>
                  </a:lnTo>
                  <a:lnTo>
                    <a:pt x="102984" y="168668"/>
                  </a:lnTo>
                  <a:lnTo>
                    <a:pt x="98132" y="168516"/>
                  </a:lnTo>
                  <a:lnTo>
                    <a:pt x="59918" y="169164"/>
                  </a:lnTo>
                  <a:lnTo>
                    <a:pt x="48945" y="171018"/>
                  </a:lnTo>
                  <a:lnTo>
                    <a:pt x="41821" y="176110"/>
                  </a:lnTo>
                  <a:lnTo>
                    <a:pt x="41922" y="180924"/>
                  </a:lnTo>
                  <a:lnTo>
                    <a:pt x="41986" y="183870"/>
                  </a:lnTo>
                  <a:lnTo>
                    <a:pt x="52870" y="193725"/>
                  </a:lnTo>
                  <a:lnTo>
                    <a:pt x="53162" y="193903"/>
                  </a:lnTo>
                  <a:lnTo>
                    <a:pt x="53848" y="194259"/>
                  </a:lnTo>
                  <a:lnTo>
                    <a:pt x="54267" y="194614"/>
                  </a:lnTo>
                  <a:lnTo>
                    <a:pt x="54267" y="335470"/>
                  </a:lnTo>
                  <a:lnTo>
                    <a:pt x="50393" y="342684"/>
                  </a:lnTo>
                  <a:lnTo>
                    <a:pt x="50393" y="338175"/>
                  </a:lnTo>
                  <a:lnTo>
                    <a:pt x="42519" y="343217"/>
                  </a:lnTo>
                  <a:lnTo>
                    <a:pt x="41071" y="352323"/>
                  </a:lnTo>
                  <a:lnTo>
                    <a:pt x="44615" y="360375"/>
                  </a:lnTo>
                  <a:lnTo>
                    <a:pt x="65366" y="362623"/>
                  </a:lnTo>
                  <a:lnTo>
                    <a:pt x="89039" y="363232"/>
                  </a:lnTo>
                  <a:lnTo>
                    <a:pt x="112826" y="362483"/>
                  </a:lnTo>
                  <a:lnTo>
                    <a:pt x="133883" y="360629"/>
                  </a:lnTo>
                  <a:lnTo>
                    <a:pt x="137274" y="352539"/>
                  </a:lnTo>
                  <a:lnTo>
                    <a:pt x="137363" y="352323"/>
                  </a:lnTo>
                  <a:close/>
                </a:path>
                <a:path w="4305300" h="500380">
                  <a:moveTo>
                    <a:pt x="247180" y="181571"/>
                  </a:moveTo>
                  <a:lnTo>
                    <a:pt x="244614" y="171818"/>
                  </a:lnTo>
                  <a:lnTo>
                    <a:pt x="226314" y="169164"/>
                  </a:lnTo>
                  <a:lnTo>
                    <a:pt x="228346" y="169164"/>
                  </a:lnTo>
                  <a:lnTo>
                    <a:pt x="210705" y="168465"/>
                  </a:lnTo>
                  <a:lnTo>
                    <a:pt x="210705" y="331012"/>
                  </a:lnTo>
                  <a:lnTo>
                    <a:pt x="210121" y="337705"/>
                  </a:lnTo>
                  <a:lnTo>
                    <a:pt x="209994" y="339153"/>
                  </a:lnTo>
                  <a:lnTo>
                    <a:pt x="209981" y="339407"/>
                  </a:lnTo>
                  <a:lnTo>
                    <a:pt x="187960" y="339153"/>
                  </a:lnTo>
                  <a:lnTo>
                    <a:pt x="187921" y="192493"/>
                  </a:lnTo>
                  <a:lnTo>
                    <a:pt x="210591" y="192493"/>
                  </a:lnTo>
                  <a:lnTo>
                    <a:pt x="210705" y="331012"/>
                  </a:lnTo>
                  <a:lnTo>
                    <a:pt x="210705" y="168465"/>
                  </a:lnTo>
                  <a:lnTo>
                    <a:pt x="208254" y="168363"/>
                  </a:lnTo>
                  <a:lnTo>
                    <a:pt x="169570" y="169164"/>
                  </a:lnTo>
                  <a:lnTo>
                    <a:pt x="159664" y="169164"/>
                  </a:lnTo>
                  <a:lnTo>
                    <a:pt x="152666" y="170218"/>
                  </a:lnTo>
                  <a:lnTo>
                    <a:pt x="150469" y="189611"/>
                  </a:lnTo>
                  <a:lnTo>
                    <a:pt x="150355" y="190639"/>
                  </a:lnTo>
                  <a:lnTo>
                    <a:pt x="158521" y="189611"/>
                  </a:lnTo>
                  <a:lnTo>
                    <a:pt x="164604" y="194614"/>
                  </a:lnTo>
                  <a:lnTo>
                    <a:pt x="164604" y="335470"/>
                  </a:lnTo>
                  <a:lnTo>
                    <a:pt x="160858" y="339712"/>
                  </a:lnTo>
                  <a:lnTo>
                    <a:pt x="156641" y="341503"/>
                  </a:lnTo>
                  <a:lnTo>
                    <a:pt x="153123" y="344284"/>
                  </a:lnTo>
                  <a:lnTo>
                    <a:pt x="151536" y="351231"/>
                  </a:lnTo>
                  <a:lnTo>
                    <a:pt x="151371" y="357873"/>
                  </a:lnTo>
                  <a:lnTo>
                    <a:pt x="151257" y="362064"/>
                  </a:lnTo>
                  <a:lnTo>
                    <a:pt x="158902" y="362356"/>
                  </a:lnTo>
                  <a:lnTo>
                    <a:pt x="169570" y="362356"/>
                  </a:lnTo>
                  <a:lnTo>
                    <a:pt x="206552" y="363118"/>
                  </a:lnTo>
                  <a:lnTo>
                    <a:pt x="230898" y="362889"/>
                  </a:lnTo>
                  <a:lnTo>
                    <a:pt x="243725" y="357873"/>
                  </a:lnTo>
                  <a:lnTo>
                    <a:pt x="246176" y="344284"/>
                  </a:lnTo>
                  <a:lnTo>
                    <a:pt x="242252" y="341312"/>
                  </a:lnTo>
                  <a:lnTo>
                    <a:pt x="240804" y="340220"/>
                  </a:lnTo>
                  <a:lnTo>
                    <a:pt x="239915" y="341312"/>
                  </a:lnTo>
                  <a:lnTo>
                    <a:pt x="236842" y="339407"/>
                  </a:lnTo>
                  <a:lnTo>
                    <a:pt x="234111" y="337705"/>
                  </a:lnTo>
                  <a:lnTo>
                    <a:pt x="233946" y="194614"/>
                  </a:lnTo>
                  <a:lnTo>
                    <a:pt x="237083" y="192493"/>
                  </a:lnTo>
                  <a:lnTo>
                    <a:pt x="241300" y="189611"/>
                  </a:lnTo>
                  <a:lnTo>
                    <a:pt x="245414" y="186728"/>
                  </a:lnTo>
                  <a:lnTo>
                    <a:pt x="247180" y="181571"/>
                  </a:lnTo>
                  <a:close/>
                </a:path>
                <a:path w="4305300" h="500380">
                  <a:moveTo>
                    <a:pt x="285927" y="75133"/>
                  </a:moveTo>
                  <a:lnTo>
                    <a:pt x="285254" y="74091"/>
                  </a:lnTo>
                  <a:lnTo>
                    <a:pt x="273050" y="55600"/>
                  </a:lnTo>
                  <a:lnTo>
                    <a:pt x="265925" y="54356"/>
                  </a:lnTo>
                  <a:lnTo>
                    <a:pt x="265925" y="81534"/>
                  </a:lnTo>
                  <a:lnTo>
                    <a:pt x="260007" y="90424"/>
                  </a:lnTo>
                  <a:lnTo>
                    <a:pt x="259918" y="90563"/>
                  </a:lnTo>
                  <a:lnTo>
                    <a:pt x="255739" y="93154"/>
                  </a:lnTo>
                  <a:lnTo>
                    <a:pt x="250164" y="90424"/>
                  </a:lnTo>
                  <a:lnTo>
                    <a:pt x="245440" y="85559"/>
                  </a:lnTo>
                  <a:lnTo>
                    <a:pt x="245313" y="81534"/>
                  </a:lnTo>
                  <a:lnTo>
                    <a:pt x="245249" y="79438"/>
                  </a:lnTo>
                  <a:lnTo>
                    <a:pt x="250037" y="74726"/>
                  </a:lnTo>
                  <a:lnTo>
                    <a:pt x="260261" y="74091"/>
                  </a:lnTo>
                  <a:lnTo>
                    <a:pt x="262039" y="77304"/>
                  </a:lnTo>
                  <a:lnTo>
                    <a:pt x="265925" y="81534"/>
                  </a:lnTo>
                  <a:lnTo>
                    <a:pt x="265925" y="54356"/>
                  </a:lnTo>
                  <a:lnTo>
                    <a:pt x="247294" y="51092"/>
                  </a:lnTo>
                  <a:lnTo>
                    <a:pt x="225577" y="66421"/>
                  </a:lnTo>
                  <a:lnTo>
                    <a:pt x="222973" y="87160"/>
                  </a:lnTo>
                  <a:lnTo>
                    <a:pt x="222631" y="90424"/>
                  </a:lnTo>
                  <a:lnTo>
                    <a:pt x="236067" y="110261"/>
                  </a:lnTo>
                  <a:lnTo>
                    <a:pt x="263918" y="113665"/>
                  </a:lnTo>
                  <a:lnTo>
                    <a:pt x="283654" y="98272"/>
                  </a:lnTo>
                  <a:lnTo>
                    <a:pt x="284162" y="93154"/>
                  </a:lnTo>
                  <a:lnTo>
                    <a:pt x="285889" y="75590"/>
                  </a:lnTo>
                  <a:lnTo>
                    <a:pt x="285927" y="75133"/>
                  </a:lnTo>
                  <a:close/>
                </a:path>
                <a:path w="4305300" h="500380">
                  <a:moveTo>
                    <a:pt x="357378" y="170802"/>
                  </a:moveTo>
                  <a:lnTo>
                    <a:pt x="349758" y="169227"/>
                  </a:lnTo>
                  <a:lnTo>
                    <a:pt x="320789" y="169227"/>
                  </a:lnTo>
                  <a:lnTo>
                    <a:pt x="320789" y="192646"/>
                  </a:lnTo>
                  <a:lnTo>
                    <a:pt x="320281" y="331000"/>
                  </a:lnTo>
                  <a:lnTo>
                    <a:pt x="320255" y="339255"/>
                  </a:lnTo>
                  <a:lnTo>
                    <a:pt x="298577" y="339420"/>
                  </a:lnTo>
                  <a:lnTo>
                    <a:pt x="298107" y="331000"/>
                  </a:lnTo>
                  <a:lnTo>
                    <a:pt x="298107" y="192430"/>
                  </a:lnTo>
                  <a:lnTo>
                    <a:pt x="314896" y="192430"/>
                  </a:lnTo>
                  <a:lnTo>
                    <a:pt x="320789" y="192646"/>
                  </a:lnTo>
                  <a:lnTo>
                    <a:pt x="320789" y="169227"/>
                  </a:lnTo>
                  <a:lnTo>
                    <a:pt x="262445" y="169227"/>
                  </a:lnTo>
                  <a:lnTo>
                    <a:pt x="261137" y="188849"/>
                  </a:lnTo>
                  <a:lnTo>
                    <a:pt x="261086" y="189623"/>
                  </a:lnTo>
                  <a:lnTo>
                    <a:pt x="268833" y="189623"/>
                  </a:lnTo>
                  <a:lnTo>
                    <a:pt x="274739" y="194614"/>
                  </a:lnTo>
                  <a:lnTo>
                    <a:pt x="274726" y="337705"/>
                  </a:lnTo>
                  <a:lnTo>
                    <a:pt x="269163" y="341071"/>
                  </a:lnTo>
                  <a:lnTo>
                    <a:pt x="267449" y="340601"/>
                  </a:lnTo>
                  <a:lnTo>
                    <a:pt x="262445" y="344220"/>
                  </a:lnTo>
                  <a:lnTo>
                    <a:pt x="264883" y="357835"/>
                  </a:lnTo>
                  <a:lnTo>
                    <a:pt x="277469" y="362864"/>
                  </a:lnTo>
                  <a:lnTo>
                    <a:pt x="301713" y="363118"/>
                  </a:lnTo>
                  <a:lnTo>
                    <a:pt x="339128" y="362356"/>
                  </a:lnTo>
                  <a:lnTo>
                    <a:pt x="348564" y="362356"/>
                  </a:lnTo>
                  <a:lnTo>
                    <a:pt x="349592" y="362013"/>
                  </a:lnTo>
                  <a:lnTo>
                    <a:pt x="355676" y="359029"/>
                  </a:lnTo>
                  <a:lnTo>
                    <a:pt x="356870" y="347535"/>
                  </a:lnTo>
                  <a:lnTo>
                    <a:pt x="353910" y="343204"/>
                  </a:lnTo>
                  <a:lnTo>
                    <a:pt x="349338" y="341071"/>
                  </a:lnTo>
                  <a:lnTo>
                    <a:pt x="348945" y="340893"/>
                  </a:lnTo>
                  <a:lnTo>
                    <a:pt x="347624" y="339420"/>
                  </a:lnTo>
                  <a:lnTo>
                    <a:pt x="344093" y="335470"/>
                  </a:lnTo>
                  <a:lnTo>
                    <a:pt x="344093" y="194614"/>
                  </a:lnTo>
                  <a:lnTo>
                    <a:pt x="346710" y="192430"/>
                  </a:lnTo>
                  <a:lnTo>
                    <a:pt x="350989" y="188849"/>
                  </a:lnTo>
                  <a:lnTo>
                    <a:pt x="356781" y="192430"/>
                  </a:lnTo>
                  <a:lnTo>
                    <a:pt x="356870" y="188849"/>
                  </a:lnTo>
                  <a:lnTo>
                    <a:pt x="357378" y="170802"/>
                  </a:lnTo>
                  <a:close/>
                </a:path>
                <a:path w="4305300" h="500380">
                  <a:moveTo>
                    <a:pt x="467550" y="352488"/>
                  </a:moveTo>
                  <a:lnTo>
                    <a:pt x="466128" y="343331"/>
                  </a:lnTo>
                  <a:lnTo>
                    <a:pt x="465366" y="342773"/>
                  </a:lnTo>
                  <a:lnTo>
                    <a:pt x="458216" y="338035"/>
                  </a:lnTo>
                  <a:lnTo>
                    <a:pt x="458330" y="342773"/>
                  </a:lnTo>
                  <a:lnTo>
                    <a:pt x="458190" y="342506"/>
                  </a:lnTo>
                  <a:lnTo>
                    <a:pt x="456946" y="340182"/>
                  </a:lnTo>
                  <a:lnTo>
                    <a:pt x="454431" y="335470"/>
                  </a:lnTo>
                  <a:lnTo>
                    <a:pt x="454431" y="194614"/>
                  </a:lnTo>
                  <a:lnTo>
                    <a:pt x="454774" y="194335"/>
                  </a:lnTo>
                  <a:lnTo>
                    <a:pt x="455663" y="193344"/>
                  </a:lnTo>
                  <a:lnTo>
                    <a:pt x="456184" y="194335"/>
                  </a:lnTo>
                  <a:lnTo>
                    <a:pt x="457060" y="193344"/>
                  </a:lnTo>
                  <a:lnTo>
                    <a:pt x="457403" y="192951"/>
                  </a:lnTo>
                  <a:lnTo>
                    <a:pt x="458292" y="192392"/>
                  </a:lnTo>
                  <a:lnTo>
                    <a:pt x="458774" y="192087"/>
                  </a:lnTo>
                  <a:lnTo>
                    <a:pt x="459168" y="191706"/>
                  </a:lnTo>
                  <a:lnTo>
                    <a:pt x="466420" y="184505"/>
                  </a:lnTo>
                  <a:lnTo>
                    <a:pt x="466953" y="177774"/>
                  </a:lnTo>
                  <a:lnTo>
                    <a:pt x="467017" y="177063"/>
                  </a:lnTo>
                  <a:lnTo>
                    <a:pt x="461264" y="171411"/>
                  </a:lnTo>
                  <a:lnTo>
                    <a:pt x="449910" y="169164"/>
                  </a:lnTo>
                  <a:lnTo>
                    <a:pt x="432346" y="169164"/>
                  </a:lnTo>
                  <a:lnTo>
                    <a:pt x="432346" y="286969"/>
                  </a:lnTo>
                  <a:lnTo>
                    <a:pt x="432295" y="318109"/>
                  </a:lnTo>
                  <a:lnTo>
                    <a:pt x="431584" y="335470"/>
                  </a:lnTo>
                  <a:lnTo>
                    <a:pt x="431482" y="338035"/>
                  </a:lnTo>
                  <a:lnTo>
                    <a:pt x="431406" y="340182"/>
                  </a:lnTo>
                  <a:lnTo>
                    <a:pt x="407555" y="339344"/>
                  </a:lnTo>
                  <a:lnTo>
                    <a:pt x="407162" y="254419"/>
                  </a:lnTo>
                  <a:lnTo>
                    <a:pt x="407035" y="228142"/>
                  </a:lnTo>
                  <a:lnTo>
                    <a:pt x="406946" y="209753"/>
                  </a:lnTo>
                  <a:lnTo>
                    <a:pt x="406895" y="198983"/>
                  </a:lnTo>
                  <a:lnTo>
                    <a:pt x="407276" y="195491"/>
                  </a:lnTo>
                  <a:lnTo>
                    <a:pt x="407390" y="194335"/>
                  </a:lnTo>
                  <a:lnTo>
                    <a:pt x="407504" y="193344"/>
                  </a:lnTo>
                  <a:lnTo>
                    <a:pt x="407593" y="192392"/>
                  </a:lnTo>
                  <a:lnTo>
                    <a:pt x="407670" y="191706"/>
                  </a:lnTo>
                  <a:lnTo>
                    <a:pt x="407568" y="192951"/>
                  </a:lnTo>
                  <a:lnTo>
                    <a:pt x="407466" y="194335"/>
                  </a:lnTo>
                  <a:lnTo>
                    <a:pt x="407403" y="195135"/>
                  </a:lnTo>
                  <a:lnTo>
                    <a:pt x="407835" y="194614"/>
                  </a:lnTo>
                  <a:lnTo>
                    <a:pt x="409282" y="192392"/>
                  </a:lnTo>
                  <a:lnTo>
                    <a:pt x="429564" y="192392"/>
                  </a:lnTo>
                  <a:lnTo>
                    <a:pt x="431711" y="199644"/>
                  </a:lnTo>
                  <a:lnTo>
                    <a:pt x="432295" y="209753"/>
                  </a:lnTo>
                  <a:lnTo>
                    <a:pt x="432066" y="220116"/>
                  </a:lnTo>
                  <a:lnTo>
                    <a:pt x="431825" y="228142"/>
                  </a:lnTo>
                  <a:lnTo>
                    <a:pt x="432028" y="254419"/>
                  </a:lnTo>
                  <a:lnTo>
                    <a:pt x="432346" y="286969"/>
                  </a:lnTo>
                  <a:lnTo>
                    <a:pt x="432346" y="169164"/>
                  </a:lnTo>
                  <a:lnTo>
                    <a:pt x="388861" y="169164"/>
                  </a:lnTo>
                  <a:lnTo>
                    <a:pt x="376047" y="171653"/>
                  </a:lnTo>
                  <a:lnTo>
                    <a:pt x="371081" y="177774"/>
                  </a:lnTo>
                  <a:lnTo>
                    <a:pt x="373189" y="185534"/>
                  </a:lnTo>
                  <a:lnTo>
                    <a:pt x="381673" y="192951"/>
                  </a:lnTo>
                  <a:lnTo>
                    <a:pt x="384670" y="194614"/>
                  </a:lnTo>
                  <a:lnTo>
                    <a:pt x="384670" y="335470"/>
                  </a:lnTo>
                  <a:lnTo>
                    <a:pt x="380568" y="342506"/>
                  </a:lnTo>
                  <a:lnTo>
                    <a:pt x="380403" y="340182"/>
                  </a:lnTo>
                  <a:lnTo>
                    <a:pt x="380339" y="339344"/>
                  </a:lnTo>
                  <a:lnTo>
                    <a:pt x="380263" y="338404"/>
                  </a:lnTo>
                  <a:lnTo>
                    <a:pt x="372668" y="343331"/>
                  </a:lnTo>
                  <a:lnTo>
                    <a:pt x="371411" y="352221"/>
                  </a:lnTo>
                  <a:lnTo>
                    <a:pt x="371373" y="352488"/>
                  </a:lnTo>
                  <a:lnTo>
                    <a:pt x="374764" y="360324"/>
                  </a:lnTo>
                  <a:lnTo>
                    <a:pt x="395554" y="362635"/>
                  </a:lnTo>
                  <a:lnTo>
                    <a:pt x="419201" y="363258"/>
                  </a:lnTo>
                  <a:lnTo>
                    <a:pt x="442963" y="362496"/>
                  </a:lnTo>
                  <a:lnTo>
                    <a:pt x="464121" y="360667"/>
                  </a:lnTo>
                  <a:lnTo>
                    <a:pt x="467550" y="352488"/>
                  </a:lnTo>
                  <a:close/>
                </a:path>
                <a:path w="4305300" h="500380">
                  <a:moveTo>
                    <a:pt x="508698" y="385724"/>
                  </a:moveTo>
                  <a:lnTo>
                    <a:pt x="496735" y="376402"/>
                  </a:lnTo>
                  <a:lnTo>
                    <a:pt x="487387" y="373735"/>
                  </a:lnTo>
                  <a:lnTo>
                    <a:pt x="485698" y="373253"/>
                  </a:lnTo>
                  <a:lnTo>
                    <a:pt x="476211" y="373253"/>
                  </a:lnTo>
                  <a:lnTo>
                    <a:pt x="476211" y="414147"/>
                  </a:lnTo>
                  <a:lnTo>
                    <a:pt x="474789" y="422160"/>
                  </a:lnTo>
                  <a:lnTo>
                    <a:pt x="473773" y="428371"/>
                  </a:lnTo>
                  <a:lnTo>
                    <a:pt x="456082" y="429488"/>
                  </a:lnTo>
                  <a:lnTo>
                    <a:pt x="415086" y="430326"/>
                  </a:lnTo>
                  <a:lnTo>
                    <a:pt x="289826" y="431152"/>
                  </a:lnTo>
                  <a:lnTo>
                    <a:pt x="218871" y="431152"/>
                  </a:lnTo>
                  <a:lnTo>
                    <a:pt x="93599" y="430326"/>
                  </a:lnTo>
                  <a:lnTo>
                    <a:pt x="52603" y="429488"/>
                  </a:lnTo>
                  <a:lnTo>
                    <a:pt x="34912" y="428371"/>
                  </a:lnTo>
                  <a:lnTo>
                    <a:pt x="36296" y="409295"/>
                  </a:lnTo>
                  <a:lnTo>
                    <a:pt x="53225" y="408165"/>
                  </a:lnTo>
                  <a:lnTo>
                    <a:pt x="93802" y="407314"/>
                  </a:lnTo>
                  <a:lnTo>
                    <a:pt x="340525" y="406819"/>
                  </a:lnTo>
                  <a:lnTo>
                    <a:pt x="414896" y="407314"/>
                  </a:lnTo>
                  <a:lnTo>
                    <a:pt x="455472" y="408165"/>
                  </a:lnTo>
                  <a:lnTo>
                    <a:pt x="472401" y="409295"/>
                  </a:lnTo>
                  <a:lnTo>
                    <a:pt x="476211" y="414147"/>
                  </a:lnTo>
                  <a:lnTo>
                    <a:pt x="476211" y="373253"/>
                  </a:lnTo>
                  <a:lnTo>
                    <a:pt x="467410" y="373253"/>
                  </a:lnTo>
                  <a:lnTo>
                    <a:pt x="452170" y="373735"/>
                  </a:lnTo>
                  <a:lnTo>
                    <a:pt x="51993" y="373735"/>
                  </a:lnTo>
                  <a:lnTo>
                    <a:pt x="36931" y="373253"/>
                  </a:lnTo>
                  <a:lnTo>
                    <a:pt x="21259" y="373253"/>
                  </a:lnTo>
                  <a:lnTo>
                    <a:pt x="10756" y="376694"/>
                  </a:lnTo>
                  <a:lnTo>
                    <a:pt x="0" y="386207"/>
                  </a:lnTo>
                  <a:lnTo>
                    <a:pt x="0" y="451142"/>
                  </a:lnTo>
                  <a:lnTo>
                    <a:pt x="9499" y="460146"/>
                  </a:lnTo>
                  <a:lnTo>
                    <a:pt x="19342" y="463511"/>
                  </a:lnTo>
                  <a:lnTo>
                    <a:pt x="33629" y="463702"/>
                  </a:lnTo>
                  <a:lnTo>
                    <a:pt x="52197" y="463308"/>
                  </a:lnTo>
                  <a:lnTo>
                    <a:pt x="462813" y="463308"/>
                  </a:lnTo>
                  <a:lnTo>
                    <a:pt x="473862" y="463511"/>
                  </a:lnTo>
                  <a:lnTo>
                    <a:pt x="480275" y="463511"/>
                  </a:lnTo>
                  <a:lnTo>
                    <a:pt x="486676" y="463308"/>
                  </a:lnTo>
                  <a:lnTo>
                    <a:pt x="487540" y="463308"/>
                  </a:lnTo>
                  <a:lnTo>
                    <a:pt x="501738" y="462483"/>
                  </a:lnTo>
                  <a:lnTo>
                    <a:pt x="502462" y="458330"/>
                  </a:lnTo>
                  <a:lnTo>
                    <a:pt x="508609" y="451142"/>
                  </a:lnTo>
                  <a:lnTo>
                    <a:pt x="508698" y="431152"/>
                  </a:lnTo>
                  <a:lnTo>
                    <a:pt x="508698" y="406463"/>
                  </a:lnTo>
                  <a:lnTo>
                    <a:pt x="508698" y="385724"/>
                  </a:lnTo>
                  <a:close/>
                </a:path>
                <a:path w="4305300" h="500380">
                  <a:moveTo>
                    <a:pt x="508698" y="134886"/>
                  </a:moveTo>
                  <a:lnTo>
                    <a:pt x="463689" y="105600"/>
                  </a:lnTo>
                  <a:lnTo>
                    <a:pt x="448297" y="97942"/>
                  </a:lnTo>
                  <a:lnTo>
                    <a:pt x="417309" y="81813"/>
                  </a:lnTo>
                  <a:lnTo>
                    <a:pt x="417309" y="122123"/>
                  </a:lnTo>
                  <a:lnTo>
                    <a:pt x="85915" y="122745"/>
                  </a:lnTo>
                  <a:lnTo>
                    <a:pt x="116916" y="108966"/>
                  </a:lnTo>
                  <a:lnTo>
                    <a:pt x="225475" y="51689"/>
                  </a:lnTo>
                  <a:lnTo>
                    <a:pt x="253479" y="38544"/>
                  </a:lnTo>
                  <a:lnTo>
                    <a:pt x="277863" y="49771"/>
                  </a:lnTo>
                  <a:lnTo>
                    <a:pt x="329641" y="75590"/>
                  </a:lnTo>
                  <a:lnTo>
                    <a:pt x="384276" y="103784"/>
                  </a:lnTo>
                  <a:lnTo>
                    <a:pt x="417309" y="122123"/>
                  </a:lnTo>
                  <a:lnTo>
                    <a:pt x="417309" y="81813"/>
                  </a:lnTo>
                  <a:lnTo>
                    <a:pt x="343623" y="43459"/>
                  </a:lnTo>
                  <a:lnTo>
                    <a:pt x="333971" y="38544"/>
                  </a:lnTo>
                  <a:lnTo>
                    <a:pt x="284518" y="13322"/>
                  </a:lnTo>
                  <a:lnTo>
                    <a:pt x="255384" y="0"/>
                  </a:lnTo>
                  <a:lnTo>
                    <a:pt x="232879" y="8547"/>
                  </a:lnTo>
                  <a:lnTo>
                    <a:pt x="192976" y="28511"/>
                  </a:lnTo>
                  <a:lnTo>
                    <a:pt x="151942" y="50292"/>
                  </a:lnTo>
                  <a:lnTo>
                    <a:pt x="126047" y="64338"/>
                  </a:lnTo>
                  <a:lnTo>
                    <a:pt x="29743" y="114503"/>
                  </a:lnTo>
                  <a:lnTo>
                    <a:pt x="13055" y="122542"/>
                  </a:lnTo>
                  <a:lnTo>
                    <a:pt x="7391" y="126720"/>
                  </a:lnTo>
                  <a:lnTo>
                    <a:pt x="0" y="134696"/>
                  </a:lnTo>
                  <a:lnTo>
                    <a:pt x="0" y="145186"/>
                  </a:lnTo>
                  <a:lnTo>
                    <a:pt x="9118" y="154305"/>
                  </a:lnTo>
                  <a:lnTo>
                    <a:pt x="19685" y="157695"/>
                  </a:lnTo>
                  <a:lnTo>
                    <a:pt x="21056" y="157695"/>
                  </a:lnTo>
                  <a:lnTo>
                    <a:pt x="33629" y="157886"/>
                  </a:lnTo>
                  <a:lnTo>
                    <a:pt x="33934" y="157886"/>
                  </a:lnTo>
                  <a:lnTo>
                    <a:pt x="54267" y="157391"/>
                  </a:lnTo>
                  <a:lnTo>
                    <a:pt x="452170" y="157391"/>
                  </a:lnTo>
                  <a:lnTo>
                    <a:pt x="474573" y="157886"/>
                  </a:lnTo>
                  <a:lnTo>
                    <a:pt x="489331" y="157695"/>
                  </a:lnTo>
                  <a:lnTo>
                    <a:pt x="490258" y="157391"/>
                  </a:lnTo>
                  <a:lnTo>
                    <a:pt x="499643" y="154305"/>
                  </a:lnTo>
                  <a:lnTo>
                    <a:pt x="508698" y="145186"/>
                  </a:lnTo>
                  <a:lnTo>
                    <a:pt x="508698" y="134886"/>
                  </a:lnTo>
                  <a:close/>
                </a:path>
                <a:path w="4305300" h="500380">
                  <a:moveTo>
                    <a:pt x="3990594" y="121323"/>
                  </a:moveTo>
                  <a:lnTo>
                    <a:pt x="3984498" y="96481"/>
                  </a:lnTo>
                  <a:lnTo>
                    <a:pt x="3965918" y="78155"/>
                  </a:lnTo>
                  <a:lnTo>
                    <a:pt x="3941699" y="73228"/>
                  </a:lnTo>
                  <a:lnTo>
                    <a:pt x="3921087" y="81241"/>
                  </a:lnTo>
                  <a:lnTo>
                    <a:pt x="3906748" y="97370"/>
                  </a:lnTo>
                  <a:lnTo>
                    <a:pt x="3901376" y="116789"/>
                  </a:lnTo>
                  <a:lnTo>
                    <a:pt x="3901376" y="124244"/>
                  </a:lnTo>
                  <a:lnTo>
                    <a:pt x="3904932" y="140169"/>
                  </a:lnTo>
                  <a:lnTo>
                    <a:pt x="3914267" y="154139"/>
                  </a:lnTo>
                  <a:lnTo>
                    <a:pt x="3927513" y="164122"/>
                  </a:lnTo>
                  <a:lnTo>
                    <a:pt x="3927703" y="164122"/>
                  </a:lnTo>
                  <a:lnTo>
                    <a:pt x="3942435" y="167817"/>
                  </a:lnTo>
                  <a:lnTo>
                    <a:pt x="3952773" y="167817"/>
                  </a:lnTo>
                  <a:lnTo>
                    <a:pt x="3955618" y="168262"/>
                  </a:lnTo>
                  <a:lnTo>
                    <a:pt x="3965422" y="163588"/>
                  </a:lnTo>
                  <a:lnTo>
                    <a:pt x="3984231" y="145935"/>
                  </a:lnTo>
                  <a:lnTo>
                    <a:pt x="3990543" y="121488"/>
                  </a:lnTo>
                  <a:lnTo>
                    <a:pt x="3990594" y="121323"/>
                  </a:lnTo>
                  <a:close/>
                </a:path>
                <a:path w="4305300" h="500380">
                  <a:moveTo>
                    <a:pt x="3995267" y="335864"/>
                  </a:moveTo>
                  <a:lnTo>
                    <a:pt x="3994632" y="327812"/>
                  </a:lnTo>
                  <a:lnTo>
                    <a:pt x="3994048" y="324091"/>
                  </a:lnTo>
                  <a:lnTo>
                    <a:pt x="3994048" y="322668"/>
                  </a:lnTo>
                  <a:lnTo>
                    <a:pt x="3994048" y="318465"/>
                  </a:lnTo>
                  <a:lnTo>
                    <a:pt x="3988968" y="319722"/>
                  </a:lnTo>
                  <a:lnTo>
                    <a:pt x="3989463" y="319722"/>
                  </a:lnTo>
                  <a:lnTo>
                    <a:pt x="3988739" y="321183"/>
                  </a:lnTo>
                  <a:lnTo>
                    <a:pt x="3983939" y="322668"/>
                  </a:lnTo>
                  <a:lnTo>
                    <a:pt x="3958577" y="322491"/>
                  </a:lnTo>
                  <a:lnTo>
                    <a:pt x="3938486" y="308267"/>
                  </a:lnTo>
                  <a:lnTo>
                    <a:pt x="3928872" y="283895"/>
                  </a:lnTo>
                  <a:lnTo>
                    <a:pt x="3931666" y="269913"/>
                  </a:lnTo>
                  <a:lnTo>
                    <a:pt x="3934980" y="253276"/>
                  </a:lnTo>
                  <a:lnTo>
                    <a:pt x="3967061" y="186499"/>
                  </a:lnTo>
                  <a:lnTo>
                    <a:pt x="3908260" y="186499"/>
                  </a:lnTo>
                  <a:lnTo>
                    <a:pt x="3873233" y="211416"/>
                  </a:lnTo>
                  <a:lnTo>
                    <a:pt x="3849890" y="259702"/>
                  </a:lnTo>
                  <a:lnTo>
                    <a:pt x="3846588" y="265391"/>
                  </a:lnTo>
                  <a:lnTo>
                    <a:pt x="3840302" y="278841"/>
                  </a:lnTo>
                  <a:lnTo>
                    <a:pt x="3834523" y="288569"/>
                  </a:lnTo>
                  <a:lnTo>
                    <a:pt x="3834625" y="296418"/>
                  </a:lnTo>
                  <a:lnTo>
                    <a:pt x="3838702" y="311315"/>
                  </a:lnTo>
                  <a:lnTo>
                    <a:pt x="3848735" y="319036"/>
                  </a:lnTo>
                  <a:lnTo>
                    <a:pt x="3860838" y="319722"/>
                  </a:lnTo>
                  <a:lnTo>
                    <a:pt x="3871239" y="313867"/>
                  </a:lnTo>
                  <a:lnTo>
                    <a:pt x="3876421" y="308267"/>
                  </a:lnTo>
                  <a:lnTo>
                    <a:pt x="3879456" y="300266"/>
                  </a:lnTo>
                  <a:lnTo>
                    <a:pt x="3882999" y="292735"/>
                  </a:lnTo>
                  <a:lnTo>
                    <a:pt x="3894340" y="269913"/>
                  </a:lnTo>
                  <a:lnTo>
                    <a:pt x="3894340" y="500227"/>
                  </a:lnTo>
                  <a:lnTo>
                    <a:pt x="3940086" y="500227"/>
                  </a:lnTo>
                  <a:lnTo>
                    <a:pt x="3940086" y="354571"/>
                  </a:lnTo>
                  <a:lnTo>
                    <a:pt x="3950652" y="354571"/>
                  </a:lnTo>
                  <a:lnTo>
                    <a:pt x="3950652" y="500227"/>
                  </a:lnTo>
                  <a:lnTo>
                    <a:pt x="3994048" y="500227"/>
                  </a:lnTo>
                  <a:lnTo>
                    <a:pt x="3994048" y="462597"/>
                  </a:lnTo>
                  <a:lnTo>
                    <a:pt x="3994886" y="460933"/>
                  </a:lnTo>
                  <a:lnTo>
                    <a:pt x="3994975" y="457771"/>
                  </a:lnTo>
                  <a:lnTo>
                    <a:pt x="3994048" y="442963"/>
                  </a:lnTo>
                  <a:lnTo>
                    <a:pt x="3994048" y="437692"/>
                  </a:lnTo>
                  <a:lnTo>
                    <a:pt x="3994886" y="436029"/>
                  </a:lnTo>
                  <a:lnTo>
                    <a:pt x="3994975" y="432879"/>
                  </a:lnTo>
                  <a:lnTo>
                    <a:pt x="3994048" y="418058"/>
                  </a:lnTo>
                  <a:lnTo>
                    <a:pt x="3994048" y="412800"/>
                  </a:lnTo>
                  <a:lnTo>
                    <a:pt x="3994886" y="411137"/>
                  </a:lnTo>
                  <a:lnTo>
                    <a:pt x="3994975" y="407974"/>
                  </a:lnTo>
                  <a:lnTo>
                    <a:pt x="3994048" y="393153"/>
                  </a:lnTo>
                  <a:lnTo>
                    <a:pt x="3994048" y="387908"/>
                  </a:lnTo>
                  <a:lnTo>
                    <a:pt x="3994886" y="386232"/>
                  </a:lnTo>
                  <a:lnTo>
                    <a:pt x="3994975" y="383082"/>
                  </a:lnTo>
                  <a:lnTo>
                    <a:pt x="3994048" y="368249"/>
                  </a:lnTo>
                  <a:lnTo>
                    <a:pt x="3994048" y="363004"/>
                  </a:lnTo>
                  <a:lnTo>
                    <a:pt x="3994886" y="361340"/>
                  </a:lnTo>
                  <a:lnTo>
                    <a:pt x="3994975" y="358178"/>
                  </a:lnTo>
                  <a:lnTo>
                    <a:pt x="3994747" y="354571"/>
                  </a:lnTo>
                  <a:lnTo>
                    <a:pt x="3994048" y="343357"/>
                  </a:lnTo>
                  <a:lnTo>
                    <a:pt x="3994048" y="337235"/>
                  </a:lnTo>
                  <a:lnTo>
                    <a:pt x="3995267" y="335864"/>
                  </a:lnTo>
                  <a:close/>
                </a:path>
                <a:path w="4305300" h="500380">
                  <a:moveTo>
                    <a:pt x="4120096" y="79184"/>
                  </a:moveTo>
                  <a:lnTo>
                    <a:pt x="4102684" y="43345"/>
                  </a:lnTo>
                  <a:lnTo>
                    <a:pt x="4077068" y="31762"/>
                  </a:lnTo>
                  <a:lnTo>
                    <a:pt x="4062272" y="32029"/>
                  </a:lnTo>
                  <a:lnTo>
                    <a:pt x="4030561" y="53708"/>
                  </a:lnTo>
                  <a:lnTo>
                    <a:pt x="4021023" y="81915"/>
                  </a:lnTo>
                  <a:lnTo>
                    <a:pt x="4023004" y="96481"/>
                  </a:lnTo>
                  <a:lnTo>
                    <a:pt x="4023131" y="97370"/>
                  </a:lnTo>
                  <a:lnTo>
                    <a:pt x="4023182" y="97777"/>
                  </a:lnTo>
                  <a:lnTo>
                    <a:pt x="4029189" y="111861"/>
                  </a:lnTo>
                  <a:lnTo>
                    <a:pt x="4038257" y="123291"/>
                  </a:lnTo>
                  <a:lnTo>
                    <a:pt x="4049636" y="131216"/>
                  </a:lnTo>
                  <a:lnTo>
                    <a:pt x="4064495" y="135839"/>
                  </a:lnTo>
                  <a:lnTo>
                    <a:pt x="4079202" y="135686"/>
                  </a:lnTo>
                  <a:lnTo>
                    <a:pt x="4114266" y="108978"/>
                  </a:lnTo>
                  <a:lnTo>
                    <a:pt x="4119956" y="81915"/>
                  </a:lnTo>
                  <a:lnTo>
                    <a:pt x="4119994" y="81241"/>
                  </a:lnTo>
                  <a:lnTo>
                    <a:pt x="4120096" y="79184"/>
                  </a:lnTo>
                  <a:close/>
                </a:path>
                <a:path w="4305300" h="500380">
                  <a:moveTo>
                    <a:pt x="4191800" y="283133"/>
                  </a:moveTo>
                  <a:lnTo>
                    <a:pt x="4190593" y="270624"/>
                  </a:lnTo>
                  <a:lnTo>
                    <a:pt x="4185081" y="257479"/>
                  </a:lnTo>
                  <a:lnTo>
                    <a:pt x="4180294" y="247904"/>
                  </a:lnTo>
                  <a:lnTo>
                    <a:pt x="4180090" y="247497"/>
                  </a:lnTo>
                  <a:lnTo>
                    <a:pt x="4177804" y="242938"/>
                  </a:lnTo>
                  <a:lnTo>
                    <a:pt x="4172597" y="231940"/>
                  </a:lnTo>
                  <a:lnTo>
                    <a:pt x="4169981" y="226339"/>
                  </a:lnTo>
                  <a:lnTo>
                    <a:pt x="4145000" y="175679"/>
                  </a:lnTo>
                  <a:lnTo>
                    <a:pt x="4139869" y="167284"/>
                  </a:lnTo>
                  <a:lnTo>
                    <a:pt x="4133888" y="161328"/>
                  </a:lnTo>
                  <a:lnTo>
                    <a:pt x="4125912" y="157784"/>
                  </a:lnTo>
                  <a:lnTo>
                    <a:pt x="4114850" y="156616"/>
                  </a:lnTo>
                  <a:lnTo>
                    <a:pt x="4024541" y="156616"/>
                  </a:lnTo>
                  <a:lnTo>
                    <a:pt x="4007789" y="160502"/>
                  </a:lnTo>
                  <a:lnTo>
                    <a:pt x="3997134" y="171246"/>
                  </a:lnTo>
                  <a:lnTo>
                    <a:pt x="3988752" y="187452"/>
                  </a:lnTo>
                  <a:lnTo>
                    <a:pt x="3978846" y="207708"/>
                  </a:lnTo>
                  <a:lnTo>
                    <a:pt x="3973169" y="218884"/>
                  </a:lnTo>
                  <a:lnTo>
                    <a:pt x="3961307" y="244322"/>
                  </a:lnTo>
                  <a:lnTo>
                    <a:pt x="3954957" y="257060"/>
                  </a:lnTo>
                  <a:lnTo>
                    <a:pt x="3952405" y="261886"/>
                  </a:lnTo>
                  <a:lnTo>
                    <a:pt x="3948290" y="269582"/>
                  </a:lnTo>
                  <a:lnTo>
                    <a:pt x="3948226" y="286131"/>
                  </a:lnTo>
                  <a:lnTo>
                    <a:pt x="3948099" y="288810"/>
                  </a:lnTo>
                  <a:lnTo>
                    <a:pt x="3954983" y="296418"/>
                  </a:lnTo>
                  <a:lnTo>
                    <a:pt x="3963035" y="302158"/>
                  </a:lnTo>
                  <a:lnTo>
                    <a:pt x="3972229" y="303758"/>
                  </a:lnTo>
                  <a:lnTo>
                    <a:pt x="3981488" y="301383"/>
                  </a:lnTo>
                  <a:lnTo>
                    <a:pt x="3989692" y="295173"/>
                  </a:lnTo>
                  <a:lnTo>
                    <a:pt x="3993718" y="290753"/>
                  </a:lnTo>
                  <a:lnTo>
                    <a:pt x="3995153" y="286270"/>
                  </a:lnTo>
                  <a:lnTo>
                    <a:pt x="3995204" y="286131"/>
                  </a:lnTo>
                  <a:lnTo>
                    <a:pt x="3997947" y="280289"/>
                  </a:lnTo>
                  <a:lnTo>
                    <a:pt x="4012476" y="250888"/>
                  </a:lnTo>
                  <a:lnTo>
                    <a:pt x="4013530" y="249110"/>
                  </a:lnTo>
                  <a:lnTo>
                    <a:pt x="4013771" y="248742"/>
                  </a:lnTo>
                  <a:lnTo>
                    <a:pt x="4013555" y="249110"/>
                  </a:lnTo>
                  <a:lnTo>
                    <a:pt x="4013974" y="248742"/>
                  </a:lnTo>
                  <a:lnTo>
                    <a:pt x="4013974" y="500227"/>
                  </a:lnTo>
                  <a:lnTo>
                    <a:pt x="4064419" y="500227"/>
                  </a:lnTo>
                  <a:lnTo>
                    <a:pt x="4064419" y="340868"/>
                  </a:lnTo>
                  <a:lnTo>
                    <a:pt x="4074972" y="340868"/>
                  </a:lnTo>
                  <a:lnTo>
                    <a:pt x="4074972" y="500227"/>
                  </a:lnTo>
                  <a:lnTo>
                    <a:pt x="4125404" y="500227"/>
                  </a:lnTo>
                  <a:lnTo>
                    <a:pt x="4125404" y="340868"/>
                  </a:lnTo>
                  <a:lnTo>
                    <a:pt x="4125404" y="248742"/>
                  </a:lnTo>
                  <a:lnTo>
                    <a:pt x="4125404" y="248564"/>
                  </a:lnTo>
                  <a:lnTo>
                    <a:pt x="4125404" y="247497"/>
                  </a:lnTo>
                  <a:lnTo>
                    <a:pt x="4126293" y="248564"/>
                  </a:lnTo>
                  <a:lnTo>
                    <a:pt x="4125963" y="247904"/>
                  </a:lnTo>
                  <a:lnTo>
                    <a:pt x="4126382" y="248564"/>
                  </a:lnTo>
                  <a:lnTo>
                    <a:pt x="4126496" y="248742"/>
                  </a:lnTo>
                  <a:lnTo>
                    <a:pt x="4126636" y="249110"/>
                  </a:lnTo>
                  <a:lnTo>
                    <a:pt x="4127360" y="250405"/>
                  </a:lnTo>
                  <a:lnTo>
                    <a:pt x="4134675" y="265811"/>
                  </a:lnTo>
                  <a:lnTo>
                    <a:pt x="4142829" y="283133"/>
                  </a:lnTo>
                  <a:lnTo>
                    <a:pt x="4142892" y="283273"/>
                  </a:lnTo>
                  <a:lnTo>
                    <a:pt x="4152519" y="297586"/>
                  </a:lnTo>
                  <a:lnTo>
                    <a:pt x="4164114" y="303530"/>
                  </a:lnTo>
                  <a:lnTo>
                    <a:pt x="4172839" y="303530"/>
                  </a:lnTo>
                  <a:lnTo>
                    <a:pt x="4179976" y="303720"/>
                  </a:lnTo>
                  <a:lnTo>
                    <a:pt x="4186123" y="295744"/>
                  </a:lnTo>
                  <a:lnTo>
                    <a:pt x="4191736" y="283273"/>
                  </a:lnTo>
                  <a:lnTo>
                    <a:pt x="4191800" y="283133"/>
                  </a:lnTo>
                  <a:close/>
                </a:path>
                <a:path w="4305300" h="500380">
                  <a:moveTo>
                    <a:pt x="4239958" y="128079"/>
                  </a:moveTo>
                  <a:lnTo>
                    <a:pt x="4236580" y="101981"/>
                  </a:lnTo>
                  <a:lnTo>
                    <a:pt x="4221391" y="81495"/>
                  </a:lnTo>
                  <a:lnTo>
                    <a:pt x="4198201" y="73228"/>
                  </a:lnTo>
                  <a:lnTo>
                    <a:pt x="4197908" y="73228"/>
                  </a:lnTo>
                  <a:lnTo>
                    <a:pt x="4155503" y="98920"/>
                  </a:lnTo>
                  <a:lnTo>
                    <a:pt x="4151211" y="110350"/>
                  </a:lnTo>
                  <a:lnTo>
                    <a:pt x="4151211" y="124244"/>
                  </a:lnTo>
                  <a:lnTo>
                    <a:pt x="4154652" y="140169"/>
                  </a:lnTo>
                  <a:lnTo>
                    <a:pt x="4154703" y="140385"/>
                  </a:lnTo>
                  <a:lnTo>
                    <a:pt x="4163809" y="154139"/>
                  </a:lnTo>
                  <a:lnTo>
                    <a:pt x="4163923" y="154330"/>
                  </a:lnTo>
                  <a:lnTo>
                    <a:pt x="4177068" y="164122"/>
                  </a:lnTo>
                  <a:lnTo>
                    <a:pt x="4192270" y="167817"/>
                  </a:lnTo>
                  <a:lnTo>
                    <a:pt x="4202633" y="167284"/>
                  </a:lnTo>
                  <a:lnTo>
                    <a:pt x="4202798" y="167284"/>
                  </a:lnTo>
                  <a:lnTo>
                    <a:pt x="4211599" y="165125"/>
                  </a:lnTo>
                  <a:lnTo>
                    <a:pt x="4219549" y="160680"/>
                  </a:lnTo>
                  <a:lnTo>
                    <a:pt x="4227779" y="153212"/>
                  </a:lnTo>
                  <a:lnTo>
                    <a:pt x="4239958" y="128079"/>
                  </a:lnTo>
                  <a:close/>
                </a:path>
                <a:path w="4305300" h="500380">
                  <a:moveTo>
                    <a:pt x="4304830" y="309041"/>
                  </a:moveTo>
                  <a:lnTo>
                    <a:pt x="4304754" y="286131"/>
                  </a:lnTo>
                  <a:lnTo>
                    <a:pt x="4299559" y="279882"/>
                  </a:lnTo>
                  <a:lnTo>
                    <a:pt x="4296651" y="273646"/>
                  </a:lnTo>
                  <a:lnTo>
                    <a:pt x="4294848" y="269913"/>
                  </a:lnTo>
                  <a:lnTo>
                    <a:pt x="4264495" y="206933"/>
                  </a:lnTo>
                  <a:lnTo>
                    <a:pt x="4259453" y="197993"/>
                  </a:lnTo>
                  <a:lnTo>
                    <a:pt x="4253662" y="191566"/>
                  </a:lnTo>
                  <a:lnTo>
                    <a:pt x="4245203" y="187706"/>
                  </a:lnTo>
                  <a:lnTo>
                    <a:pt x="4232503" y="186499"/>
                  </a:lnTo>
                  <a:lnTo>
                    <a:pt x="4173499" y="186499"/>
                  </a:lnTo>
                  <a:lnTo>
                    <a:pt x="4173893" y="191566"/>
                  </a:lnTo>
                  <a:lnTo>
                    <a:pt x="4173931" y="191998"/>
                  </a:lnTo>
                  <a:lnTo>
                    <a:pt x="4180459" y="204330"/>
                  </a:lnTo>
                  <a:lnTo>
                    <a:pt x="4186707" y="215747"/>
                  </a:lnTo>
                  <a:lnTo>
                    <a:pt x="4193438" y="230073"/>
                  </a:lnTo>
                  <a:lnTo>
                    <a:pt x="4198264" y="239776"/>
                  </a:lnTo>
                  <a:lnTo>
                    <a:pt x="4204081" y="251993"/>
                  </a:lnTo>
                  <a:lnTo>
                    <a:pt x="4208970" y="264756"/>
                  </a:lnTo>
                  <a:lnTo>
                    <a:pt x="4211040" y="276136"/>
                  </a:lnTo>
                  <a:lnTo>
                    <a:pt x="4206392" y="299415"/>
                  </a:lnTo>
                  <a:lnTo>
                    <a:pt x="4194098" y="315658"/>
                  </a:lnTo>
                  <a:lnTo>
                    <a:pt x="4176611" y="323837"/>
                  </a:lnTo>
                  <a:lnTo>
                    <a:pt x="4156379" y="322935"/>
                  </a:lnTo>
                  <a:lnTo>
                    <a:pt x="4151160" y="321475"/>
                  </a:lnTo>
                  <a:lnTo>
                    <a:pt x="4150055" y="319722"/>
                  </a:lnTo>
                  <a:lnTo>
                    <a:pt x="4150461" y="319722"/>
                  </a:lnTo>
                  <a:lnTo>
                    <a:pt x="4145356" y="318465"/>
                  </a:lnTo>
                  <a:lnTo>
                    <a:pt x="4145356" y="500227"/>
                  </a:lnTo>
                  <a:lnTo>
                    <a:pt x="4189920" y="500227"/>
                  </a:lnTo>
                  <a:lnTo>
                    <a:pt x="4189920" y="354571"/>
                  </a:lnTo>
                  <a:lnTo>
                    <a:pt x="4200474" y="354571"/>
                  </a:lnTo>
                  <a:lnTo>
                    <a:pt x="4200474" y="500227"/>
                  </a:lnTo>
                  <a:lnTo>
                    <a:pt x="4245051" y="500227"/>
                  </a:lnTo>
                  <a:lnTo>
                    <a:pt x="4245051" y="354571"/>
                  </a:lnTo>
                  <a:lnTo>
                    <a:pt x="4245051" y="323837"/>
                  </a:lnTo>
                  <a:lnTo>
                    <a:pt x="4245051" y="269913"/>
                  </a:lnTo>
                  <a:lnTo>
                    <a:pt x="4248594" y="274993"/>
                  </a:lnTo>
                  <a:lnTo>
                    <a:pt x="4253090" y="283895"/>
                  </a:lnTo>
                  <a:lnTo>
                    <a:pt x="4257345" y="293192"/>
                  </a:lnTo>
                  <a:lnTo>
                    <a:pt x="4260304" y="299796"/>
                  </a:lnTo>
                  <a:lnTo>
                    <a:pt x="4262310" y="304063"/>
                  </a:lnTo>
                  <a:lnTo>
                    <a:pt x="4265053" y="310515"/>
                  </a:lnTo>
                  <a:lnTo>
                    <a:pt x="4268254" y="313867"/>
                  </a:lnTo>
                  <a:lnTo>
                    <a:pt x="4275226" y="318795"/>
                  </a:lnTo>
                  <a:lnTo>
                    <a:pt x="4283087" y="320535"/>
                  </a:lnTo>
                  <a:lnTo>
                    <a:pt x="4290987" y="319214"/>
                  </a:lnTo>
                  <a:lnTo>
                    <a:pt x="4298073" y="314985"/>
                  </a:lnTo>
                  <a:lnTo>
                    <a:pt x="4304830" y="309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641701" y="1616620"/>
              <a:ext cx="0" cy="379730"/>
            </a:xfrm>
            <a:custGeom>
              <a:avLst/>
              <a:gdLst/>
              <a:ahLst/>
              <a:cxnLst/>
              <a:rect l="l" t="t" r="r" b="b"/>
              <a:pathLst>
                <a:path h="379730">
                  <a:moveTo>
                    <a:pt x="0" y="0"/>
                  </a:moveTo>
                  <a:lnTo>
                    <a:pt x="0" y="379629"/>
                  </a:lnTo>
                </a:path>
              </a:pathLst>
            </a:custGeom>
            <a:ln w="3600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2714454" y="1558468"/>
            <a:ext cx="1072515" cy="45910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0070C0"/>
                </a:solidFill>
                <a:latin typeface="Tahoma"/>
                <a:cs typeface="Tahoma"/>
              </a:rPr>
              <a:t>Банк</a:t>
            </a:r>
            <a:r>
              <a:rPr sz="900" spc="-35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0070C0"/>
                </a:solidFill>
                <a:latin typeface="Tahoma"/>
                <a:cs typeface="Tahoma"/>
              </a:rPr>
              <a:t>бошқарувчиси:</a:t>
            </a:r>
            <a:endParaRPr sz="900" dirty="0">
              <a:solidFill>
                <a:srgbClr val="0070C0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uz-Cyrl-UZ" sz="850" b="1" spc="-25" dirty="0">
                <a:solidFill>
                  <a:srgbClr val="0070C0"/>
                </a:solidFill>
                <a:latin typeface="Tahoma"/>
                <a:cs typeface="Tahoma"/>
              </a:rPr>
              <a:t>Махмудов Рахим</a:t>
            </a:r>
            <a:endParaRPr sz="850" dirty="0">
              <a:solidFill>
                <a:srgbClr val="0070C0"/>
              </a:solidFill>
              <a:latin typeface="Tahoma"/>
              <a:cs typeface="Tahoma"/>
            </a:endParaRPr>
          </a:p>
          <a:p>
            <a:pPr marL="51435" algn="ctr">
              <a:lnSpc>
                <a:spcPct val="100000"/>
              </a:lnSpc>
              <a:spcBef>
                <a:spcPts val="210"/>
              </a:spcBef>
            </a:pPr>
            <a:r>
              <a:rPr sz="800" spc="-10" dirty="0">
                <a:solidFill>
                  <a:srgbClr val="0070C0"/>
                </a:solidFill>
                <a:latin typeface="Tahoma"/>
                <a:cs typeface="Tahoma"/>
              </a:rPr>
              <a:t>+998</a:t>
            </a:r>
            <a:r>
              <a:rPr sz="800" spc="-40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0070C0"/>
                </a:solidFill>
                <a:latin typeface="Tahoma"/>
                <a:cs typeface="Tahoma"/>
              </a:rPr>
              <a:t>97</a:t>
            </a:r>
            <a:r>
              <a:rPr sz="800" spc="-40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uz-Cyrl-UZ" sz="800" spc="-40" dirty="0">
                <a:solidFill>
                  <a:srgbClr val="0070C0"/>
                </a:solidFill>
                <a:latin typeface="Tahoma"/>
                <a:cs typeface="Tahoma"/>
              </a:rPr>
              <a:t>400 01 12</a:t>
            </a:r>
            <a:endParaRPr sz="800" dirty="0">
              <a:solidFill>
                <a:srgbClr val="0070C0"/>
              </a:solidFill>
              <a:latin typeface="Tahoma"/>
              <a:cs typeface="Tahom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57262" y="1876646"/>
            <a:ext cx="2286635" cy="5696585"/>
            <a:chOff x="557262" y="1876646"/>
            <a:chExt cx="2286635" cy="5696585"/>
          </a:xfrm>
        </p:grpSpPr>
        <p:pic>
          <p:nvPicPr>
            <p:cNvPr id="77" name="object 7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722992" y="1876646"/>
              <a:ext cx="120722" cy="12954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4461" y="7253567"/>
              <a:ext cx="315752" cy="31961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7262" y="6183006"/>
              <a:ext cx="354041" cy="297523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412884" y="5455470"/>
            <a:ext cx="4826635" cy="49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8135" algn="ctr">
              <a:lnSpc>
                <a:spcPct val="123400"/>
              </a:lnSpc>
              <a:spcBef>
                <a:spcPts val="100"/>
              </a:spcBef>
            </a:pPr>
            <a:r>
              <a:rPr lang="en-US" sz="1350" b="1" spc="-75" dirty="0">
                <a:solidFill>
                  <a:srgbClr val="3C2B98"/>
                </a:solidFill>
                <a:latin typeface="Tahoma"/>
                <a:cs typeface="Tahoma"/>
              </a:rPr>
              <a:t>“</a:t>
            </a:r>
            <a:r>
              <a:rPr lang="uz-Cyrl-UZ" sz="1350" b="1" spc="-75" dirty="0">
                <a:solidFill>
                  <a:srgbClr val="3C2B98"/>
                </a:solidFill>
                <a:latin typeface="Tahoma"/>
                <a:cs typeface="Tahoma"/>
              </a:rPr>
              <a:t>Шахзода</a:t>
            </a:r>
            <a:r>
              <a:rPr lang="en-US" sz="1350" b="1" spc="-75" dirty="0">
                <a:solidFill>
                  <a:srgbClr val="3C2B98"/>
                </a:solidFill>
                <a:latin typeface="Tahoma"/>
                <a:cs typeface="Tahoma"/>
              </a:rPr>
              <a:t>”</a:t>
            </a:r>
            <a:r>
              <a:rPr lang="en-US" sz="1350" b="1" spc="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350" b="1" spc="10" dirty="0">
                <a:solidFill>
                  <a:srgbClr val="3C2B98"/>
                </a:solidFill>
                <a:latin typeface="Tahoma"/>
                <a:cs typeface="Tahoma"/>
              </a:rPr>
              <a:t>МЧЖ</a:t>
            </a:r>
            <a:r>
              <a:rPr lang="ru-RU" sz="1350" b="1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350" b="1" spc="-90" dirty="0">
                <a:solidFill>
                  <a:srgbClr val="3C2B98"/>
                </a:solidFill>
                <a:latin typeface="Tahoma"/>
                <a:cs typeface="Tahoma"/>
              </a:rPr>
              <a:t>ТОМОНИДАН</a:t>
            </a:r>
            <a:r>
              <a:rPr lang="ru-RU" sz="1350" b="1" spc="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350" b="1" spc="-85" dirty="0">
                <a:solidFill>
                  <a:srgbClr val="3C2B98"/>
                </a:solidFill>
                <a:latin typeface="Tahoma"/>
                <a:cs typeface="Tahoma"/>
              </a:rPr>
              <a:t>ГЎЗАЛЛИК САЛОНИ ФАОЛИЯТИНИ КЕНГАЙТИРИШ </a:t>
            </a:r>
            <a:r>
              <a:rPr lang="ru-RU" sz="1350" b="1" spc="-75" dirty="0">
                <a:solidFill>
                  <a:srgbClr val="3C2B98"/>
                </a:solidFill>
                <a:latin typeface="Tahoma"/>
                <a:cs typeface="Tahoma"/>
              </a:rPr>
              <a:t>ЛОЙИҲАСИ</a:t>
            </a:r>
            <a:endParaRPr lang="ru-RU" sz="1350" dirty="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24954" y="6068371"/>
            <a:ext cx="1029335" cy="198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Лойиҳа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қиймати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13941" y="6218909"/>
            <a:ext cx="126478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60" dirty="0">
                <a:solidFill>
                  <a:srgbClr val="16387F"/>
                </a:solidFill>
                <a:latin typeface="Tahoma"/>
                <a:cs typeface="Tahoma"/>
              </a:rPr>
              <a:t>1</a:t>
            </a:r>
            <a:r>
              <a:rPr lang="en-US" sz="2000" b="1" spc="-60" dirty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sz="2000" b="1" spc="-60" dirty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lang="uz-Cyrl-UZ" sz="2000" b="1" spc="-6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  <a:endParaRPr sz="1000" b="1" baseline="3086" dirty="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01050" y="7173568"/>
            <a:ext cx="880744" cy="463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845">
              <a:lnSpc>
                <a:spcPts val="1165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Янги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89999"/>
                </a:solidFill>
                <a:latin typeface="Tahoma"/>
                <a:cs typeface="Tahoma"/>
              </a:rPr>
              <a:t>иш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ўрни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ts val="2245"/>
              </a:lnSpc>
            </a:pPr>
            <a:r>
              <a:rPr lang="uz-Cyrl-UZ" sz="2000" b="1" spc="-5" dirty="0">
                <a:solidFill>
                  <a:srgbClr val="16387F"/>
                </a:solidFill>
                <a:latin typeface="Tahoma"/>
                <a:cs typeface="Tahoma"/>
              </a:rPr>
              <a:t>4</a:t>
            </a:r>
            <a:r>
              <a:rPr sz="2000" b="1" spc="-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200" b="1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28459" y="6690027"/>
            <a:ext cx="1075690" cy="198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Банк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989999"/>
                </a:solidFill>
                <a:latin typeface="Tahoma"/>
                <a:cs typeface="Tahoma"/>
              </a:rPr>
              <a:t>маблағлари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86" name="object 8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64465" y="6743584"/>
            <a:ext cx="367602" cy="327492"/>
          </a:xfrm>
          <a:prstGeom prst="rect">
            <a:avLst/>
          </a:prstGeom>
        </p:spPr>
      </p:pic>
      <p:sp>
        <p:nvSpPr>
          <p:cNvPr id="87" name="object 87"/>
          <p:cNvSpPr txBox="1"/>
          <p:nvPr/>
        </p:nvSpPr>
        <p:spPr>
          <a:xfrm>
            <a:off x="1099813" y="6819454"/>
            <a:ext cx="120806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b="1" spc="15" dirty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lang="uz-Cyrl-UZ" sz="2000" b="1" spc="1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  <a:r>
              <a:rPr lang="uz-Cyrl-UZ" sz="1000" b="1" spc="1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endParaRPr sz="1000" baseline="3086" dirty="0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777845" y="5455470"/>
            <a:ext cx="5548630" cy="49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7480">
              <a:lnSpc>
                <a:spcPct val="123400"/>
              </a:lnSpc>
              <a:spcBef>
                <a:spcPts val="100"/>
              </a:spcBef>
            </a:pPr>
            <a:r>
              <a:rPr lang="en-US" sz="1350" b="1" spc="-80" dirty="0">
                <a:solidFill>
                  <a:srgbClr val="3C2B98"/>
                </a:solidFill>
                <a:latin typeface="Tahoma"/>
                <a:cs typeface="Tahoma"/>
              </a:rPr>
              <a:t>LAZIZA BAKERY </a:t>
            </a:r>
            <a:r>
              <a:rPr lang="uz-Cyrl-UZ" sz="1350" b="1" spc="-80" dirty="0">
                <a:solidFill>
                  <a:srgbClr val="3C2B98"/>
                </a:solidFill>
                <a:latin typeface="Tahoma"/>
                <a:cs typeface="Tahoma"/>
              </a:rPr>
              <a:t>МЧЖ ШИРИНЛИКЛАР ТАЙЁРЛАШ ВА СОТИШ </a:t>
            </a:r>
            <a:r>
              <a:rPr lang="ru-RU" sz="1350" b="1" spc="10" dirty="0">
                <a:solidFill>
                  <a:srgbClr val="3C2B98"/>
                </a:solidFill>
                <a:latin typeface="Tahoma"/>
                <a:cs typeface="Tahoma"/>
              </a:rPr>
              <a:t>ЙЎНАЛИШИДА </a:t>
            </a:r>
            <a:r>
              <a:rPr lang="uz-Cyrl-UZ" sz="1350" b="1" spc="10" dirty="0">
                <a:solidFill>
                  <a:srgbClr val="3C2B98"/>
                </a:solidFill>
                <a:latin typeface="Tahoma"/>
                <a:cs typeface="Tahoma"/>
              </a:rPr>
              <a:t>ТАДБИР</a:t>
            </a:r>
            <a:r>
              <a:rPr lang="ru-RU" sz="1350" b="1" spc="-90" dirty="0">
                <a:solidFill>
                  <a:srgbClr val="3C2B98"/>
                </a:solidFill>
                <a:latin typeface="Tahoma"/>
                <a:cs typeface="Tahoma"/>
              </a:rPr>
              <a:t>КОРЛИКНИ </a:t>
            </a:r>
            <a:r>
              <a:rPr lang="ru-RU" sz="1350" b="1" spc="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350" b="1" spc="-80" dirty="0">
                <a:solidFill>
                  <a:srgbClr val="3C2B98"/>
                </a:solidFill>
                <a:latin typeface="Tahoma"/>
                <a:cs typeface="Tahoma"/>
              </a:rPr>
              <a:t>КЕНГАЙТИРИШ</a:t>
            </a:r>
            <a:r>
              <a:rPr lang="ru-RU" sz="1350" b="1" spc="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1350" b="1" spc="-75" dirty="0">
                <a:solidFill>
                  <a:srgbClr val="3C2B98"/>
                </a:solidFill>
                <a:latin typeface="Tahoma"/>
                <a:cs typeface="Tahoma"/>
              </a:rPr>
              <a:t>ЛОЙИҲАСИ</a:t>
            </a:r>
            <a:endParaRPr lang="ru-RU" sz="1350" dirty="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662445" y="6068371"/>
            <a:ext cx="1029335" cy="198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Лойиҳа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қиймати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662445" y="6218909"/>
            <a:ext cx="91896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2000" b="1" spc="-60" dirty="0">
                <a:solidFill>
                  <a:srgbClr val="16387F"/>
                </a:solidFill>
                <a:latin typeface="Tahoma"/>
                <a:cs typeface="Tahoma"/>
              </a:rPr>
              <a:t>50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  <a:endParaRPr sz="1000" b="1" baseline="3086" dirty="0">
              <a:latin typeface="Tahoma"/>
              <a:cs typeface="Tahom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46116" y="7173568"/>
            <a:ext cx="873125" cy="463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ts val="1165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Янги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89999"/>
                </a:solidFill>
                <a:latin typeface="Tahoma"/>
                <a:cs typeface="Tahoma"/>
              </a:rPr>
              <a:t>иш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ўрни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ts val="2245"/>
              </a:lnSpc>
            </a:pPr>
            <a:r>
              <a:rPr lang="uz-Cyrl-UZ" sz="2000" b="1" dirty="0">
                <a:solidFill>
                  <a:srgbClr val="16387F"/>
                </a:solidFill>
                <a:latin typeface="Tahoma"/>
                <a:cs typeface="Tahoma"/>
              </a:rPr>
              <a:t>2</a:t>
            </a:r>
            <a:r>
              <a:rPr sz="2000" b="1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200" b="1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665948" y="6690027"/>
            <a:ext cx="1075690" cy="1859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0" dirty="0">
                <a:solidFill>
                  <a:srgbClr val="989999"/>
                </a:solidFill>
                <a:latin typeface="Tahoma"/>
                <a:cs typeface="Tahoma"/>
              </a:rPr>
              <a:t>Банк маблағлари</a:t>
            </a:r>
          </a:p>
        </p:txBody>
      </p:sp>
      <p:sp>
        <p:nvSpPr>
          <p:cNvPr id="106" name="object 106"/>
          <p:cNvSpPr txBox="1"/>
          <p:nvPr/>
        </p:nvSpPr>
        <p:spPr>
          <a:xfrm>
            <a:off x="6626033" y="6819454"/>
            <a:ext cx="95537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2000" b="1" spc="-60" dirty="0">
                <a:solidFill>
                  <a:srgbClr val="16387F"/>
                </a:solidFill>
                <a:latin typeface="Tahoma"/>
                <a:cs typeface="Tahoma"/>
              </a:rPr>
              <a:t> 0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</a:p>
        </p:txBody>
      </p:sp>
      <p:grpSp>
        <p:nvGrpSpPr>
          <p:cNvPr id="107" name="object 107"/>
          <p:cNvGrpSpPr/>
          <p:nvPr/>
        </p:nvGrpSpPr>
        <p:grpSpPr>
          <a:xfrm>
            <a:off x="14527098" y="10390088"/>
            <a:ext cx="1841883" cy="1459973"/>
            <a:chOff x="6548457" y="1653141"/>
            <a:chExt cx="9099946" cy="6063344"/>
          </a:xfrm>
        </p:grpSpPr>
        <p:sp>
          <p:nvSpPr>
            <p:cNvPr id="109" name="object 109"/>
            <p:cNvSpPr/>
            <p:nvPr/>
          </p:nvSpPr>
          <p:spPr>
            <a:xfrm>
              <a:off x="7875874" y="6130255"/>
              <a:ext cx="3208020" cy="1586230"/>
            </a:xfrm>
            <a:custGeom>
              <a:avLst/>
              <a:gdLst/>
              <a:ahLst/>
              <a:cxnLst/>
              <a:rect l="l" t="t" r="r" b="b"/>
              <a:pathLst>
                <a:path w="3208020" h="1586229">
                  <a:moveTo>
                    <a:pt x="0" y="1473570"/>
                  </a:moveTo>
                  <a:lnTo>
                    <a:pt x="0" y="112596"/>
                  </a:lnTo>
                  <a:lnTo>
                    <a:pt x="8105" y="77104"/>
                  </a:lnTo>
                  <a:lnTo>
                    <a:pt x="30650" y="46207"/>
                  </a:lnTo>
                  <a:lnTo>
                    <a:pt x="64974" y="21797"/>
                  </a:lnTo>
                  <a:lnTo>
                    <a:pt x="108420" y="5764"/>
                  </a:lnTo>
                  <a:lnTo>
                    <a:pt x="158328" y="0"/>
                  </a:lnTo>
                  <a:lnTo>
                    <a:pt x="3049139" y="0"/>
                  </a:lnTo>
                  <a:lnTo>
                    <a:pt x="3099043" y="5764"/>
                  </a:lnTo>
                  <a:lnTo>
                    <a:pt x="3142486" y="21797"/>
                  </a:lnTo>
                  <a:lnTo>
                    <a:pt x="3176810" y="46207"/>
                  </a:lnTo>
                  <a:lnTo>
                    <a:pt x="3199354" y="77104"/>
                  </a:lnTo>
                  <a:lnTo>
                    <a:pt x="3207459" y="112596"/>
                  </a:lnTo>
                  <a:lnTo>
                    <a:pt x="3207459" y="1473570"/>
                  </a:lnTo>
                  <a:lnTo>
                    <a:pt x="3176810" y="1539955"/>
                  </a:lnTo>
                  <a:lnTo>
                    <a:pt x="3142486" y="1564367"/>
                  </a:lnTo>
                  <a:lnTo>
                    <a:pt x="3099043" y="1580402"/>
                  </a:lnTo>
                  <a:lnTo>
                    <a:pt x="3049139" y="1586167"/>
                  </a:lnTo>
                  <a:lnTo>
                    <a:pt x="158328" y="1586167"/>
                  </a:lnTo>
                  <a:lnTo>
                    <a:pt x="108420" y="1580402"/>
                  </a:lnTo>
                  <a:lnTo>
                    <a:pt x="64974" y="1564367"/>
                  </a:lnTo>
                  <a:lnTo>
                    <a:pt x="30650" y="1539955"/>
                  </a:lnTo>
                  <a:lnTo>
                    <a:pt x="8105" y="1509059"/>
                  </a:lnTo>
                  <a:lnTo>
                    <a:pt x="0" y="1473570"/>
                  </a:lnTo>
                  <a:close/>
                </a:path>
              </a:pathLst>
            </a:custGeom>
            <a:ln w="7199">
              <a:solidFill>
                <a:srgbClr val="D2D5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49335" y="6165338"/>
              <a:ext cx="80280" cy="31108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48457" y="6242177"/>
              <a:ext cx="89463" cy="14514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49335" y="6763385"/>
              <a:ext cx="80280" cy="311082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48457" y="6840222"/>
              <a:ext cx="89463" cy="145141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49335" y="7257675"/>
              <a:ext cx="80280" cy="31108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48457" y="7334514"/>
              <a:ext cx="89463" cy="14514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5609973" y="1653141"/>
              <a:ext cx="38430" cy="41318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426159" y="1653141"/>
              <a:ext cx="38428" cy="413183"/>
            </a:xfrm>
            <a:prstGeom prst="rect">
              <a:avLst/>
            </a:prstGeom>
          </p:spPr>
        </p:pic>
      </p:grpSp>
      <p:sp>
        <p:nvSpPr>
          <p:cNvPr id="119" name="object 119"/>
          <p:cNvSpPr txBox="1"/>
          <p:nvPr/>
        </p:nvSpPr>
        <p:spPr>
          <a:xfrm>
            <a:off x="15304135" y="1578406"/>
            <a:ext cx="729615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dirty="0">
                <a:solidFill>
                  <a:srgbClr val="16387F"/>
                </a:solidFill>
                <a:latin typeface="Tahoma"/>
                <a:cs typeface="Tahoma"/>
              </a:rPr>
              <a:t>01.0</a:t>
            </a:r>
            <a:r>
              <a:rPr lang="uz-Cyrl-UZ" sz="850" dirty="0">
                <a:solidFill>
                  <a:srgbClr val="16387F"/>
                </a:solidFill>
                <a:latin typeface="Tahoma"/>
                <a:cs typeface="Tahoma"/>
              </a:rPr>
              <a:t>4</a:t>
            </a:r>
            <a:r>
              <a:rPr sz="850" dirty="0">
                <a:solidFill>
                  <a:srgbClr val="16387F"/>
                </a:solidFill>
                <a:latin typeface="Tahoma"/>
                <a:cs typeface="Tahoma"/>
              </a:rPr>
              <a:t>.202</a:t>
            </a:r>
            <a:r>
              <a:rPr lang="uz-Cyrl-UZ" sz="850" dirty="0">
                <a:solidFill>
                  <a:srgbClr val="16387F"/>
                </a:solidFill>
                <a:latin typeface="Tahoma"/>
                <a:cs typeface="Tahoma"/>
              </a:rPr>
              <a:t>6</a:t>
            </a:r>
            <a:r>
              <a:rPr sz="850" spc="26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16387F"/>
                </a:solidFill>
                <a:latin typeface="Tahoma"/>
                <a:cs typeface="Tahoma"/>
              </a:rPr>
              <a:t>й.</a:t>
            </a:r>
            <a:endParaRPr sz="850" dirty="0">
              <a:latin typeface="Tahoma"/>
              <a:cs typeface="Tahom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2071349" y="1653631"/>
            <a:ext cx="1013589" cy="7328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2750" b="1" spc="50" dirty="0">
                <a:solidFill>
                  <a:srgbClr val="16387F"/>
                </a:solidFill>
                <a:latin typeface="Tahoma"/>
                <a:cs typeface="Tahoma"/>
              </a:rPr>
              <a:t>22</a:t>
            </a:r>
            <a:r>
              <a:rPr lang="uz-Cyrl-UZ" sz="205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lang="en-US" sz="2050" spc="-25" dirty="0">
              <a:solidFill>
                <a:srgbClr val="16387F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850" dirty="0">
              <a:latin typeface="Tahoma"/>
              <a:cs typeface="Tahom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1555730" y="1578406"/>
            <a:ext cx="173482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  <a:tabLst>
                <a:tab pos="1017269" algn="l"/>
              </a:tabLst>
            </a:pPr>
            <a:r>
              <a:rPr sz="850" dirty="0">
                <a:solidFill>
                  <a:srgbClr val="16387F"/>
                </a:solidFill>
                <a:latin typeface="Tahoma"/>
                <a:cs typeface="Tahoma"/>
              </a:rPr>
              <a:t>01.0</a:t>
            </a:r>
            <a:r>
              <a:rPr lang="uz-Cyrl-UZ" sz="850" dirty="0">
                <a:solidFill>
                  <a:srgbClr val="16387F"/>
                </a:solidFill>
                <a:latin typeface="Tahoma"/>
                <a:cs typeface="Tahoma"/>
              </a:rPr>
              <a:t>4</a:t>
            </a:r>
            <a:r>
              <a:rPr sz="850" dirty="0">
                <a:solidFill>
                  <a:srgbClr val="16387F"/>
                </a:solidFill>
                <a:latin typeface="Tahoma"/>
                <a:cs typeface="Tahoma"/>
              </a:rPr>
              <a:t>.202</a:t>
            </a:r>
            <a:r>
              <a:rPr lang="uz-Cyrl-UZ" sz="850" dirty="0">
                <a:solidFill>
                  <a:srgbClr val="16387F"/>
                </a:solidFill>
                <a:latin typeface="Tahoma"/>
                <a:cs typeface="Tahoma"/>
              </a:rPr>
              <a:t>6</a:t>
            </a:r>
            <a:r>
              <a:rPr sz="850" spc="26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16387F"/>
                </a:solidFill>
                <a:latin typeface="Tahoma"/>
                <a:cs typeface="Tahoma"/>
              </a:rPr>
              <a:t>й.</a:t>
            </a:r>
            <a:r>
              <a:rPr sz="850" spc="-35" dirty="0">
                <a:solidFill>
                  <a:srgbClr val="16387F"/>
                </a:solidFill>
                <a:latin typeface="Tahoma"/>
                <a:cs typeface="Tahoma"/>
              </a:rPr>
              <a:t>.</a:t>
            </a:r>
            <a:endParaRPr sz="850" dirty="0">
              <a:latin typeface="Tahoma"/>
              <a:cs typeface="Tahom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1710692" y="5439724"/>
            <a:ext cx="5391150" cy="49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7480">
              <a:lnSpc>
                <a:spcPct val="123400"/>
              </a:lnSpc>
              <a:spcBef>
                <a:spcPts val="100"/>
              </a:spcBef>
            </a:pPr>
            <a:r>
              <a:rPr lang="ru-RU" sz="1350" b="1" spc="10" dirty="0">
                <a:solidFill>
                  <a:srgbClr val="3C2B98"/>
                </a:solidFill>
                <a:latin typeface="Tahoma"/>
                <a:cs typeface="Tahoma"/>
              </a:rPr>
              <a:t> ТИКУВЧИЛИК ЙЎНАЛИШИДА БОЙМАТОВА МА</a:t>
            </a:r>
            <a:r>
              <a:rPr lang="uz-Cyrl-UZ" sz="1350" b="1" spc="10" dirty="0">
                <a:solidFill>
                  <a:srgbClr val="3C2B98"/>
                </a:solidFill>
                <a:latin typeface="Tahoma"/>
                <a:cs typeface="Tahoma"/>
              </a:rPr>
              <a:t>Ь</a:t>
            </a:r>
            <a:r>
              <a:rPr lang="ru-RU" sz="1350" b="1" spc="10" dirty="0">
                <a:solidFill>
                  <a:srgbClr val="3C2B98"/>
                </a:solidFill>
                <a:latin typeface="Tahoma"/>
                <a:cs typeface="Tahoma"/>
              </a:rPr>
              <a:t>МУРА </a:t>
            </a:r>
            <a:r>
              <a:rPr lang="uz-Cyrl-UZ" sz="1350" b="1" spc="10" dirty="0">
                <a:solidFill>
                  <a:srgbClr val="3C2B98"/>
                </a:solidFill>
                <a:latin typeface="Tahoma"/>
                <a:cs typeface="Tahoma"/>
              </a:rPr>
              <a:t>ЎЗИНИ ЎЗИ БАНД ҚИЛИБ ТАДБИР</a:t>
            </a:r>
            <a:r>
              <a:rPr lang="ru-RU" sz="1350" b="1" spc="-90" dirty="0">
                <a:solidFill>
                  <a:srgbClr val="3C2B98"/>
                </a:solidFill>
                <a:latin typeface="Tahoma"/>
                <a:cs typeface="Tahoma"/>
              </a:rPr>
              <a:t>КОРЛИК </a:t>
            </a:r>
            <a:r>
              <a:rPr lang="ru-RU" sz="1350" b="1" spc="-75" dirty="0">
                <a:solidFill>
                  <a:srgbClr val="3C2B98"/>
                </a:solidFill>
                <a:latin typeface="Tahoma"/>
                <a:cs typeface="Tahoma"/>
              </a:rPr>
              <a:t>ЛОЙИҲАСИ</a:t>
            </a:r>
            <a:endParaRPr lang="ru-RU" sz="1350" dirty="0">
              <a:latin typeface="Tahoma"/>
              <a:cs typeface="Tahom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1878178" y="6167258"/>
            <a:ext cx="354330" cy="1390650"/>
            <a:chOff x="11878178" y="6167258"/>
            <a:chExt cx="354330" cy="1390650"/>
          </a:xfrm>
        </p:grpSpPr>
        <p:pic>
          <p:nvPicPr>
            <p:cNvPr id="125" name="object 12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85378" y="7237821"/>
              <a:ext cx="315752" cy="31961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878178" y="6167258"/>
              <a:ext cx="354042" cy="297524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12445870" y="6052625"/>
            <a:ext cx="1029335" cy="198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Лойиҳа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қиймати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2434858" y="6203160"/>
            <a:ext cx="104034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uz-Cyrl-UZ" sz="2000" b="1" spc="-60" dirty="0">
                <a:solidFill>
                  <a:srgbClr val="16387F"/>
                </a:solidFill>
                <a:latin typeface="Tahoma"/>
                <a:cs typeface="Tahoma"/>
              </a:rPr>
              <a:t>20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  <a:endParaRPr sz="1000" b="1" spc="-60" dirty="0">
              <a:solidFill>
                <a:srgbClr val="16387F"/>
              </a:solidFill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2437450" y="7157822"/>
            <a:ext cx="865505" cy="463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ts val="1165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Янги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89999"/>
                </a:solidFill>
                <a:latin typeface="Tahoma"/>
                <a:cs typeface="Tahoma"/>
              </a:rPr>
              <a:t>иш</a:t>
            </a:r>
            <a:r>
              <a:rPr sz="1100" spc="-50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ўрни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ts val="2245"/>
              </a:lnSpc>
            </a:pPr>
            <a:r>
              <a:rPr sz="2000" b="1" dirty="0">
                <a:solidFill>
                  <a:srgbClr val="16387F"/>
                </a:solidFill>
                <a:latin typeface="Tahoma"/>
                <a:cs typeface="Tahoma"/>
              </a:rPr>
              <a:t>2 </a:t>
            </a:r>
            <a:r>
              <a:rPr lang="uz-Cyrl-UZ" sz="1200" b="1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2449373" y="6674280"/>
            <a:ext cx="1075690" cy="198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35" dirty="0">
                <a:solidFill>
                  <a:srgbClr val="989999"/>
                </a:solidFill>
                <a:latin typeface="Tahoma"/>
                <a:cs typeface="Tahoma"/>
              </a:rPr>
              <a:t>Банк</a:t>
            </a:r>
            <a:r>
              <a:rPr sz="1100" spc="-25" dirty="0">
                <a:solidFill>
                  <a:srgbClr val="989999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989999"/>
                </a:solidFill>
                <a:latin typeface="Tahoma"/>
                <a:cs typeface="Tahoma"/>
              </a:rPr>
              <a:t>маблағлари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32" name="object 13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885382" y="6727838"/>
            <a:ext cx="367602" cy="327488"/>
          </a:xfrm>
          <a:prstGeom prst="rect">
            <a:avLst/>
          </a:prstGeom>
        </p:spPr>
      </p:pic>
      <p:sp>
        <p:nvSpPr>
          <p:cNvPr id="133" name="object 133"/>
          <p:cNvSpPr txBox="1"/>
          <p:nvPr/>
        </p:nvSpPr>
        <p:spPr>
          <a:xfrm>
            <a:off x="12434858" y="6803707"/>
            <a:ext cx="110190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2000" b="1" spc="110" dirty="0">
                <a:solidFill>
                  <a:srgbClr val="16387F"/>
                </a:solidFill>
                <a:latin typeface="Tahoma"/>
                <a:cs typeface="Tahoma"/>
              </a:rPr>
              <a:t>5 </a:t>
            </a:r>
            <a:r>
              <a:rPr lang="uz-Cyrl-UZ" sz="1000" b="1" spc="-60" dirty="0">
                <a:solidFill>
                  <a:srgbClr val="16387F"/>
                </a:solidFill>
                <a:latin typeface="Tahoma"/>
                <a:cs typeface="Tahoma"/>
              </a:rPr>
              <a:t>млн сўм</a:t>
            </a:r>
            <a:r>
              <a:rPr lang="uz-Cyrl-UZ" sz="1000" b="1" spc="110" dirty="0">
                <a:solidFill>
                  <a:srgbClr val="16387F"/>
                </a:solidFill>
                <a:latin typeface="Tahoma"/>
                <a:cs typeface="Tahoma"/>
              </a:rPr>
              <a:t>  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86335" y="2691151"/>
            <a:ext cx="5023485" cy="52324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 marR="5080" indent="190500">
              <a:lnSpc>
                <a:spcPts val="1870"/>
              </a:lnSpc>
              <a:spcBef>
                <a:spcPts val="309"/>
              </a:spcBef>
            </a:pPr>
            <a:r>
              <a:rPr sz="1700" spc="-150" dirty="0">
                <a:solidFill>
                  <a:srgbClr val="16387F"/>
                </a:solidFill>
                <a:latin typeface="Tahoma"/>
                <a:cs typeface="Tahoma"/>
              </a:rPr>
              <a:t>Аҳоли</a:t>
            </a:r>
            <a:r>
              <a:rPr sz="1700" spc="-6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150" dirty="0">
                <a:solidFill>
                  <a:srgbClr val="16387F"/>
                </a:solidFill>
                <a:latin typeface="Tahoma"/>
                <a:cs typeface="Tahoma"/>
              </a:rPr>
              <a:t>бандлигини</a:t>
            </a:r>
            <a:r>
              <a:rPr sz="1700" b="1" spc="-5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160" dirty="0">
                <a:solidFill>
                  <a:srgbClr val="16387F"/>
                </a:solidFill>
                <a:latin typeface="Tahoma"/>
                <a:cs typeface="Tahoma"/>
              </a:rPr>
              <a:t>таъминлаш</a:t>
            </a:r>
            <a:r>
              <a:rPr sz="1700" b="1" spc="-3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spc="-130" dirty="0">
                <a:solidFill>
                  <a:srgbClr val="16387F"/>
                </a:solidFill>
                <a:latin typeface="Tahoma"/>
                <a:cs typeface="Tahoma"/>
              </a:rPr>
              <a:t>ва</a:t>
            </a:r>
            <a:r>
              <a:rPr sz="1700" spc="-6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65" dirty="0">
                <a:solidFill>
                  <a:srgbClr val="16387F"/>
                </a:solidFill>
                <a:latin typeface="Tahoma"/>
                <a:cs typeface="Tahoma"/>
              </a:rPr>
              <a:t>тадбиркорлик </a:t>
            </a:r>
            <a:r>
              <a:rPr sz="1700" b="1" spc="-155" dirty="0">
                <a:solidFill>
                  <a:srgbClr val="16387F"/>
                </a:solidFill>
                <a:latin typeface="Tahoma"/>
                <a:cs typeface="Tahoma"/>
              </a:rPr>
              <a:t>фаолиятини</a:t>
            </a:r>
            <a:r>
              <a:rPr sz="1700" b="1" spc="-6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160" dirty="0">
                <a:solidFill>
                  <a:srgbClr val="16387F"/>
                </a:solidFill>
                <a:latin typeface="Tahoma"/>
                <a:cs typeface="Tahoma"/>
              </a:rPr>
              <a:t>бошлаш</a:t>
            </a:r>
            <a:r>
              <a:rPr sz="1700" spc="-160" dirty="0">
                <a:solidFill>
                  <a:srgbClr val="16387F"/>
                </a:solidFill>
                <a:latin typeface="Tahoma"/>
                <a:cs typeface="Tahoma"/>
              </a:rPr>
              <a:t>га</a:t>
            </a:r>
            <a:r>
              <a:rPr sz="1700" spc="-6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spc="-125" dirty="0">
                <a:solidFill>
                  <a:srgbClr val="16387F"/>
                </a:solidFill>
                <a:latin typeface="Tahoma"/>
                <a:cs typeface="Tahoma"/>
              </a:rPr>
              <a:t>қаратилган</a:t>
            </a:r>
            <a:r>
              <a:rPr sz="1700" spc="-7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155" dirty="0">
                <a:solidFill>
                  <a:srgbClr val="DD2B1C"/>
                </a:solidFill>
                <a:latin typeface="Tahoma"/>
                <a:cs typeface="Tahoma"/>
              </a:rPr>
              <a:t>микролойиҳалар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2349032" y="3414167"/>
            <a:ext cx="2646045" cy="1518285"/>
            <a:chOff x="2349032" y="3414167"/>
            <a:chExt cx="2646045" cy="1518285"/>
          </a:xfrm>
        </p:grpSpPr>
        <p:pic>
          <p:nvPicPr>
            <p:cNvPr id="147" name="object 14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352866" y="3432650"/>
              <a:ext cx="525642" cy="612834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815095" y="3414167"/>
              <a:ext cx="2179584" cy="751549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903378" y="3432650"/>
              <a:ext cx="1958339" cy="613410"/>
            </a:xfrm>
            <a:custGeom>
              <a:avLst/>
              <a:gdLst/>
              <a:ahLst/>
              <a:cxnLst/>
              <a:rect l="l" t="t" r="r" b="b"/>
              <a:pathLst>
                <a:path w="1958339" h="613410">
                  <a:moveTo>
                    <a:pt x="1803632" y="0"/>
                  </a:moveTo>
                  <a:lnTo>
                    <a:pt x="0" y="3"/>
                  </a:lnTo>
                  <a:lnTo>
                    <a:pt x="0" y="612834"/>
                  </a:lnTo>
                  <a:lnTo>
                    <a:pt x="1803632" y="612834"/>
                  </a:lnTo>
                  <a:lnTo>
                    <a:pt x="1844666" y="605509"/>
                  </a:lnTo>
                  <a:lnTo>
                    <a:pt x="1881538" y="584836"/>
                  </a:lnTo>
                  <a:lnTo>
                    <a:pt x="1912778" y="552770"/>
                  </a:lnTo>
                  <a:lnTo>
                    <a:pt x="1936914" y="511265"/>
                  </a:lnTo>
                  <a:lnTo>
                    <a:pt x="1952475" y="462276"/>
                  </a:lnTo>
                  <a:lnTo>
                    <a:pt x="1957989" y="407757"/>
                  </a:lnTo>
                  <a:lnTo>
                    <a:pt x="1957989" y="205080"/>
                  </a:lnTo>
                  <a:lnTo>
                    <a:pt x="1952475" y="150562"/>
                  </a:lnTo>
                  <a:lnTo>
                    <a:pt x="1936914" y="101572"/>
                  </a:lnTo>
                  <a:lnTo>
                    <a:pt x="1912778" y="60067"/>
                  </a:lnTo>
                  <a:lnTo>
                    <a:pt x="1881538" y="27999"/>
                  </a:lnTo>
                  <a:lnTo>
                    <a:pt x="1844666" y="7325"/>
                  </a:lnTo>
                  <a:lnTo>
                    <a:pt x="1803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49032" y="4198852"/>
              <a:ext cx="525642" cy="612834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917144" y="4180370"/>
              <a:ext cx="2059452" cy="751549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921201" y="4198852"/>
              <a:ext cx="1920875" cy="613410"/>
            </a:xfrm>
            <a:custGeom>
              <a:avLst/>
              <a:gdLst/>
              <a:ahLst/>
              <a:cxnLst/>
              <a:rect l="l" t="t" r="r" b="b"/>
              <a:pathLst>
                <a:path w="1920875" h="613410">
                  <a:moveTo>
                    <a:pt x="1769022" y="0"/>
                  </a:moveTo>
                  <a:lnTo>
                    <a:pt x="0" y="3"/>
                  </a:lnTo>
                  <a:lnTo>
                    <a:pt x="0" y="612834"/>
                  </a:lnTo>
                  <a:lnTo>
                    <a:pt x="1769022" y="612834"/>
                  </a:lnTo>
                  <a:lnTo>
                    <a:pt x="1809267" y="605509"/>
                  </a:lnTo>
                  <a:lnTo>
                    <a:pt x="1845432" y="584836"/>
                  </a:lnTo>
                  <a:lnTo>
                    <a:pt x="1876072" y="552770"/>
                  </a:lnTo>
                  <a:lnTo>
                    <a:pt x="1899746" y="511265"/>
                  </a:lnTo>
                  <a:lnTo>
                    <a:pt x="1915008" y="462276"/>
                  </a:lnTo>
                  <a:lnTo>
                    <a:pt x="1920416" y="407757"/>
                  </a:lnTo>
                  <a:lnTo>
                    <a:pt x="1920416" y="205080"/>
                  </a:lnTo>
                  <a:lnTo>
                    <a:pt x="1915008" y="150562"/>
                  </a:lnTo>
                  <a:lnTo>
                    <a:pt x="1899746" y="101572"/>
                  </a:lnTo>
                  <a:lnTo>
                    <a:pt x="1876072" y="60067"/>
                  </a:lnTo>
                  <a:lnTo>
                    <a:pt x="1845432" y="27999"/>
                  </a:lnTo>
                  <a:lnTo>
                    <a:pt x="1809267" y="7325"/>
                  </a:lnTo>
                  <a:lnTo>
                    <a:pt x="1769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2963336" y="3464448"/>
            <a:ext cx="1645920" cy="5327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10" dirty="0">
                <a:solidFill>
                  <a:srgbClr val="16387F"/>
                </a:solidFill>
                <a:latin typeface="Tahoma"/>
                <a:cs typeface="Tahoma"/>
              </a:rPr>
              <a:t>Микролойиҳалар</a:t>
            </a:r>
            <a:r>
              <a:rPr sz="1250" spc="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16387F"/>
                </a:solidFill>
                <a:latin typeface="Tahoma"/>
                <a:cs typeface="Tahoma"/>
              </a:rPr>
              <a:t>сони</a:t>
            </a:r>
            <a:endParaRPr sz="125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</a:pPr>
            <a:r>
              <a:rPr lang="uz-Cyrl-UZ" sz="2000" b="1" spc="75" dirty="0">
                <a:solidFill>
                  <a:srgbClr val="16387F"/>
                </a:solidFill>
                <a:latin typeface="Tahoma"/>
                <a:cs typeface="Tahoma"/>
              </a:rPr>
              <a:t>4</a:t>
            </a:r>
            <a:r>
              <a:rPr sz="2000" b="1" spc="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945052" y="4230651"/>
            <a:ext cx="1365885" cy="534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16387F"/>
                </a:solidFill>
                <a:latin typeface="Tahoma"/>
                <a:cs typeface="Tahoma"/>
              </a:rPr>
              <a:t>Янги</a:t>
            </a:r>
            <a:r>
              <a:rPr sz="1250" spc="-3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6387F"/>
                </a:solidFill>
                <a:latin typeface="Tahoma"/>
                <a:cs typeface="Tahoma"/>
              </a:rPr>
              <a:t>иш</a:t>
            </a:r>
            <a:r>
              <a:rPr sz="1250" spc="-2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6387F"/>
                </a:solidFill>
                <a:latin typeface="Tahoma"/>
                <a:cs typeface="Tahoma"/>
              </a:rPr>
              <a:t>ўриналри</a:t>
            </a:r>
            <a:endParaRPr sz="1250" dirty="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75"/>
              </a:spcBef>
            </a:pPr>
            <a:r>
              <a:rPr lang="uz-Cyrl-UZ" sz="2000" b="1" spc="75" dirty="0">
                <a:solidFill>
                  <a:srgbClr val="16387F"/>
                </a:solidFill>
                <a:latin typeface="Tahoma"/>
                <a:cs typeface="Tahoma"/>
              </a:rPr>
              <a:t>20</a:t>
            </a:r>
            <a:r>
              <a:rPr sz="2000" b="1" spc="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515884" y="3248340"/>
            <a:ext cx="1705610" cy="1691005"/>
            <a:chOff x="515884" y="3248340"/>
            <a:chExt cx="1705610" cy="1691005"/>
          </a:xfrm>
        </p:grpSpPr>
        <p:pic>
          <p:nvPicPr>
            <p:cNvPr id="156" name="object 15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93195" y="4016494"/>
              <a:ext cx="150613" cy="154421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590892" y="3296437"/>
              <a:ext cx="1555750" cy="1595120"/>
            </a:xfrm>
            <a:custGeom>
              <a:avLst/>
              <a:gdLst/>
              <a:ahLst/>
              <a:cxnLst/>
              <a:rect l="l" t="t" r="r" b="b"/>
              <a:pathLst>
                <a:path w="1555750" h="1595120">
                  <a:moveTo>
                    <a:pt x="777610" y="0"/>
                  </a:moveTo>
                  <a:lnTo>
                    <a:pt x="730241" y="1455"/>
                  </a:lnTo>
                  <a:lnTo>
                    <a:pt x="683621" y="5764"/>
                  </a:lnTo>
                  <a:lnTo>
                    <a:pt x="637834" y="12844"/>
                  </a:lnTo>
                  <a:lnTo>
                    <a:pt x="592960" y="22613"/>
                  </a:lnTo>
                  <a:lnTo>
                    <a:pt x="549080" y="34985"/>
                  </a:lnTo>
                  <a:lnTo>
                    <a:pt x="506277" y="49878"/>
                  </a:lnTo>
                  <a:lnTo>
                    <a:pt x="464631" y="67209"/>
                  </a:lnTo>
                  <a:lnTo>
                    <a:pt x="424223" y="86894"/>
                  </a:lnTo>
                  <a:lnTo>
                    <a:pt x="385136" y="108849"/>
                  </a:lnTo>
                  <a:lnTo>
                    <a:pt x="347449" y="132992"/>
                  </a:lnTo>
                  <a:lnTo>
                    <a:pt x="311246" y="159239"/>
                  </a:lnTo>
                  <a:lnTo>
                    <a:pt x="276606" y="187506"/>
                  </a:lnTo>
                  <a:lnTo>
                    <a:pt x="243611" y="217710"/>
                  </a:lnTo>
                  <a:lnTo>
                    <a:pt x="212344" y="249768"/>
                  </a:lnTo>
                  <a:lnTo>
                    <a:pt x="182884" y="283596"/>
                  </a:lnTo>
                  <a:lnTo>
                    <a:pt x="155314" y="319112"/>
                  </a:lnTo>
                  <a:lnTo>
                    <a:pt x="129714" y="356230"/>
                  </a:lnTo>
                  <a:lnTo>
                    <a:pt x="106166" y="394869"/>
                  </a:lnTo>
                  <a:lnTo>
                    <a:pt x="84752" y="434945"/>
                  </a:lnTo>
                  <a:lnTo>
                    <a:pt x="65552" y="476374"/>
                  </a:lnTo>
                  <a:lnTo>
                    <a:pt x="48649" y="519073"/>
                  </a:lnTo>
                  <a:lnTo>
                    <a:pt x="34123" y="562959"/>
                  </a:lnTo>
                  <a:lnTo>
                    <a:pt x="22055" y="607947"/>
                  </a:lnTo>
                  <a:lnTo>
                    <a:pt x="12528" y="653956"/>
                  </a:lnTo>
                  <a:lnTo>
                    <a:pt x="5622" y="700901"/>
                  </a:lnTo>
                  <a:lnTo>
                    <a:pt x="1419" y="748699"/>
                  </a:lnTo>
                  <a:lnTo>
                    <a:pt x="0" y="797266"/>
                  </a:lnTo>
                  <a:lnTo>
                    <a:pt x="1419" y="845833"/>
                  </a:lnTo>
                  <a:lnTo>
                    <a:pt x="5622" y="893631"/>
                  </a:lnTo>
                  <a:lnTo>
                    <a:pt x="12528" y="940576"/>
                  </a:lnTo>
                  <a:lnTo>
                    <a:pt x="22055" y="986584"/>
                  </a:lnTo>
                  <a:lnTo>
                    <a:pt x="34123" y="1031573"/>
                  </a:lnTo>
                  <a:lnTo>
                    <a:pt x="48649" y="1075459"/>
                  </a:lnTo>
                  <a:lnTo>
                    <a:pt x="65552" y="1118158"/>
                  </a:lnTo>
                  <a:lnTo>
                    <a:pt x="84752" y="1159587"/>
                  </a:lnTo>
                  <a:lnTo>
                    <a:pt x="106166" y="1199662"/>
                  </a:lnTo>
                  <a:lnTo>
                    <a:pt x="129714" y="1238301"/>
                  </a:lnTo>
                  <a:lnTo>
                    <a:pt x="155314" y="1275420"/>
                  </a:lnTo>
                  <a:lnTo>
                    <a:pt x="182884" y="1310935"/>
                  </a:lnTo>
                  <a:lnTo>
                    <a:pt x="212344" y="1344764"/>
                  </a:lnTo>
                  <a:lnTo>
                    <a:pt x="243611" y="1376822"/>
                  </a:lnTo>
                  <a:lnTo>
                    <a:pt x="276606" y="1407026"/>
                  </a:lnTo>
                  <a:lnTo>
                    <a:pt x="311246" y="1435293"/>
                  </a:lnTo>
                  <a:lnTo>
                    <a:pt x="347449" y="1461540"/>
                  </a:lnTo>
                  <a:lnTo>
                    <a:pt x="385136" y="1485683"/>
                  </a:lnTo>
                  <a:lnTo>
                    <a:pt x="424223" y="1507638"/>
                  </a:lnTo>
                  <a:lnTo>
                    <a:pt x="464631" y="1527323"/>
                  </a:lnTo>
                  <a:lnTo>
                    <a:pt x="506277" y="1544654"/>
                  </a:lnTo>
                  <a:lnTo>
                    <a:pt x="549080" y="1559547"/>
                  </a:lnTo>
                  <a:lnTo>
                    <a:pt x="592960" y="1571920"/>
                  </a:lnTo>
                  <a:lnTo>
                    <a:pt x="637834" y="1581688"/>
                  </a:lnTo>
                  <a:lnTo>
                    <a:pt x="683621" y="1588768"/>
                  </a:lnTo>
                  <a:lnTo>
                    <a:pt x="730241" y="1593078"/>
                  </a:lnTo>
                  <a:lnTo>
                    <a:pt x="777610" y="1594533"/>
                  </a:lnTo>
                  <a:lnTo>
                    <a:pt x="824980" y="1593078"/>
                  </a:lnTo>
                  <a:lnTo>
                    <a:pt x="871599" y="1588768"/>
                  </a:lnTo>
                  <a:lnTo>
                    <a:pt x="917387" y="1581688"/>
                  </a:lnTo>
                  <a:lnTo>
                    <a:pt x="962261" y="1571920"/>
                  </a:lnTo>
                  <a:lnTo>
                    <a:pt x="1006140" y="1559547"/>
                  </a:lnTo>
                  <a:lnTo>
                    <a:pt x="1048944" y="1544654"/>
                  </a:lnTo>
                  <a:lnTo>
                    <a:pt x="1090590" y="1527323"/>
                  </a:lnTo>
                  <a:lnTo>
                    <a:pt x="1130997" y="1507638"/>
                  </a:lnTo>
                  <a:lnTo>
                    <a:pt x="1170085" y="1485683"/>
                  </a:lnTo>
                  <a:lnTo>
                    <a:pt x="1207771" y="1461540"/>
                  </a:lnTo>
                  <a:lnTo>
                    <a:pt x="1243975" y="1435293"/>
                  </a:lnTo>
                  <a:lnTo>
                    <a:pt x="1278615" y="1407026"/>
                  </a:lnTo>
                  <a:lnTo>
                    <a:pt x="1311609" y="1376822"/>
                  </a:lnTo>
                  <a:lnTo>
                    <a:pt x="1342877" y="1344764"/>
                  </a:lnTo>
                  <a:lnTo>
                    <a:pt x="1372337" y="1310935"/>
                  </a:lnTo>
                  <a:lnTo>
                    <a:pt x="1399907" y="1275420"/>
                  </a:lnTo>
                  <a:lnTo>
                    <a:pt x="1425507" y="1238301"/>
                  </a:lnTo>
                  <a:lnTo>
                    <a:pt x="1449054" y="1199662"/>
                  </a:lnTo>
                  <a:lnTo>
                    <a:pt x="1470469" y="1159587"/>
                  </a:lnTo>
                  <a:lnTo>
                    <a:pt x="1489668" y="1118158"/>
                  </a:lnTo>
                  <a:lnTo>
                    <a:pt x="1506572" y="1075459"/>
                  </a:lnTo>
                  <a:lnTo>
                    <a:pt x="1521098" y="1031573"/>
                  </a:lnTo>
                  <a:lnTo>
                    <a:pt x="1533165" y="986584"/>
                  </a:lnTo>
                  <a:lnTo>
                    <a:pt x="1542693" y="940576"/>
                  </a:lnTo>
                  <a:lnTo>
                    <a:pt x="1549599" y="893631"/>
                  </a:lnTo>
                  <a:lnTo>
                    <a:pt x="1553802" y="845833"/>
                  </a:lnTo>
                  <a:lnTo>
                    <a:pt x="1555221" y="797266"/>
                  </a:lnTo>
                  <a:lnTo>
                    <a:pt x="1553802" y="748699"/>
                  </a:lnTo>
                  <a:lnTo>
                    <a:pt x="1549599" y="700901"/>
                  </a:lnTo>
                  <a:lnTo>
                    <a:pt x="1542693" y="653956"/>
                  </a:lnTo>
                  <a:lnTo>
                    <a:pt x="1533165" y="607947"/>
                  </a:lnTo>
                  <a:lnTo>
                    <a:pt x="1521098" y="562959"/>
                  </a:lnTo>
                  <a:lnTo>
                    <a:pt x="1506572" y="519073"/>
                  </a:lnTo>
                  <a:lnTo>
                    <a:pt x="1489668" y="476374"/>
                  </a:lnTo>
                  <a:lnTo>
                    <a:pt x="1470469" y="434945"/>
                  </a:lnTo>
                  <a:lnTo>
                    <a:pt x="1449054" y="394869"/>
                  </a:lnTo>
                  <a:lnTo>
                    <a:pt x="1425507" y="356230"/>
                  </a:lnTo>
                  <a:lnTo>
                    <a:pt x="1399907" y="319112"/>
                  </a:lnTo>
                  <a:lnTo>
                    <a:pt x="1372337" y="283596"/>
                  </a:lnTo>
                  <a:lnTo>
                    <a:pt x="1342877" y="249768"/>
                  </a:lnTo>
                  <a:lnTo>
                    <a:pt x="1311609" y="217710"/>
                  </a:lnTo>
                  <a:lnTo>
                    <a:pt x="1278615" y="187506"/>
                  </a:lnTo>
                  <a:lnTo>
                    <a:pt x="1243975" y="159239"/>
                  </a:lnTo>
                  <a:lnTo>
                    <a:pt x="1207771" y="132992"/>
                  </a:lnTo>
                  <a:lnTo>
                    <a:pt x="1170085" y="108849"/>
                  </a:lnTo>
                  <a:lnTo>
                    <a:pt x="1130997" y="86894"/>
                  </a:lnTo>
                  <a:lnTo>
                    <a:pt x="1090590" y="67209"/>
                  </a:lnTo>
                  <a:lnTo>
                    <a:pt x="1048944" y="49878"/>
                  </a:lnTo>
                  <a:lnTo>
                    <a:pt x="1006140" y="34985"/>
                  </a:lnTo>
                  <a:lnTo>
                    <a:pt x="962261" y="22613"/>
                  </a:lnTo>
                  <a:lnTo>
                    <a:pt x="917387" y="12844"/>
                  </a:lnTo>
                  <a:lnTo>
                    <a:pt x="871599" y="5764"/>
                  </a:lnTo>
                  <a:lnTo>
                    <a:pt x="824980" y="1455"/>
                  </a:lnTo>
                  <a:lnTo>
                    <a:pt x="777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90892" y="3296437"/>
              <a:ext cx="1555750" cy="1595120"/>
            </a:xfrm>
            <a:custGeom>
              <a:avLst/>
              <a:gdLst/>
              <a:ahLst/>
              <a:cxnLst/>
              <a:rect l="l" t="t" r="r" b="b"/>
              <a:pathLst>
                <a:path w="1555750" h="1595120">
                  <a:moveTo>
                    <a:pt x="1555221" y="797266"/>
                  </a:moveTo>
                  <a:lnTo>
                    <a:pt x="1553802" y="845833"/>
                  </a:lnTo>
                  <a:lnTo>
                    <a:pt x="1549599" y="893631"/>
                  </a:lnTo>
                  <a:lnTo>
                    <a:pt x="1542693" y="940576"/>
                  </a:lnTo>
                  <a:lnTo>
                    <a:pt x="1533165" y="986584"/>
                  </a:lnTo>
                  <a:lnTo>
                    <a:pt x="1521098" y="1031573"/>
                  </a:lnTo>
                  <a:lnTo>
                    <a:pt x="1506572" y="1075459"/>
                  </a:lnTo>
                  <a:lnTo>
                    <a:pt x="1489668" y="1118158"/>
                  </a:lnTo>
                  <a:lnTo>
                    <a:pt x="1470469" y="1159587"/>
                  </a:lnTo>
                  <a:lnTo>
                    <a:pt x="1449054" y="1199662"/>
                  </a:lnTo>
                  <a:lnTo>
                    <a:pt x="1425507" y="1238301"/>
                  </a:lnTo>
                  <a:lnTo>
                    <a:pt x="1399907" y="1275420"/>
                  </a:lnTo>
                  <a:lnTo>
                    <a:pt x="1372337" y="1310935"/>
                  </a:lnTo>
                  <a:lnTo>
                    <a:pt x="1342877" y="1344764"/>
                  </a:lnTo>
                  <a:lnTo>
                    <a:pt x="1311609" y="1376822"/>
                  </a:lnTo>
                  <a:lnTo>
                    <a:pt x="1278615" y="1407026"/>
                  </a:lnTo>
                  <a:lnTo>
                    <a:pt x="1243975" y="1435293"/>
                  </a:lnTo>
                  <a:lnTo>
                    <a:pt x="1207771" y="1461540"/>
                  </a:lnTo>
                  <a:lnTo>
                    <a:pt x="1170085" y="1485683"/>
                  </a:lnTo>
                  <a:lnTo>
                    <a:pt x="1130997" y="1507638"/>
                  </a:lnTo>
                  <a:lnTo>
                    <a:pt x="1090590" y="1527323"/>
                  </a:lnTo>
                  <a:lnTo>
                    <a:pt x="1048944" y="1544654"/>
                  </a:lnTo>
                  <a:lnTo>
                    <a:pt x="1006140" y="1559547"/>
                  </a:lnTo>
                  <a:lnTo>
                    <a:pt x="962261" y="1571920"/>
                  </a:lnTo>
                  <a:lnTo>
                    <a:pt x="917387" y="1581688"/>
                  </a:lnTo>
                  <a:lnTo>
                    <a:pt x="871599" y="1588768"/>
                  </a:lnTo>
                  <a:lnTo>
                    <a:pt x="824980" y="1593078"/>
                  </a:lnTo>
                  <a:lnTo>
                    <a:pt x="777610" y="1594533"/>
                  </a:lnTo>
                  <a:lnTo>
                    <a:pt x="730241" y="1593078"/>
                  </a:lnTo>
                  <a:lnTo>
                    <a:pt x="683621" y="1588768"/>
                  </a:lnTo>
                  <a:lnTo>
                    <a:pt x="637834" y="1581688"/>
                  </a:lnTo>
                  <a:lnTo>
                    <a:pt x="592960" y="1571920"/>
                  </a:lnTo>
                  <a:lnTo>
                    <a:pt x="549080" y="1559547"/>
                  </a:lnTo>
                  <a:lnTo>
                    <a:pt x="506277" y="1544654"/>
                  </a:lnTo>
                  <a:lnTo>
                    <a:pt x="464631" y="1527323"/>
                  </a:lnTo>
                  <a:lnTo>
                    <a:pt x="424223" y="1507638"/>
                  </a:lnTo>
                  <a:lnTo>
                    <a:pt x="385136" y="1485683"/>
                  </a:lnTo>
                  <a:lnTo>
                    <a:pt x="347449" y="1461540"/>
                  </a:lnTo>
                  <a:lnTo>
                    <a:pt x="311246" y="1435293"/>
                  </a:lnTo>
                  <a:lnTo>
                    <a:pt x="276606" y="1407026"/>
                  </a:lnTo>
                  <a:lnTo>
                    <a:pt x="243611" y="1376822"/>
                  </a:lnTo>
                  <a:lnTo>
                    <a:pt x="212344" y="1344764"/>
                  </a:lnTo>
                  <a:lnTo>
                    <a:pt x="182884" y="1310935"/>
                  </a:lnTo>
                  <a:lnTo>
                    <a:pt x="155314" y="1275420"/>
                  </a:lnTo>
                  <a:lnTo>
                    <a:pt x="129714" y="1238301"/>
                  </a:lnTo>
                  <a:lnTo>
                    <a:pt x="106166" y="1199662"/>
                  </a:lnTo>
                  <a:lnTo>
                    <a:pt x="84752" y="1159587"/>
                  </a:lnTo>
                  <a:lnTo>
                    <a:pt x="65552" y="1118158"/>
                  </a:lnTo>
                  <a:lnTo>
                    <a:pt x="48649" y="1075459"/>
                  </a:lnTo>
                  <a:lnTo>
                    <a:pt x="34123" y="1031573"/>
                  </a:lnTo>
                  <a:lnTo>
                    <a:pt x="22055" y="986584"/>
                  </a:lnTo>
                  <a:lnTo>
                    <a:pt x="12528" y="940576"/>
                  </a:lnTo>
                  <a:lnTo>
                    <a:pt x="5622" y="893631"/>
                  </a:lnTo>
                  <a:lnTo>
                    <a:pt x="1419" y="845833"/>
                  </a:lnTo>
                  <a:lnTo>
                    <a:pt x="0" y="797266"/>
                  </a:lnTo>
                  <a:lnTo>
                    <a:pt x="1419" y="748699"/>
                  </a:lnTo>
                  <a:lnTo>
                    <a:pt x="5622" y="700901"/>
                  </a:lnTo>
                  <a:lnTo>
                    <a:pt x="12528" y="653956"/>
                  </a:lnTo>
                  <a:lnTo>
                    <a:pt x="22055" y="607947"/>
                  </a:lnTo>
                  <a:lnTo>
                    <a:pt x="34123" y="562959"/>
                  </a:lnTo>
                  <a:lnTo>
                    <a:pt x="48649" y="519073"/>
                  </a:lnTo>
                  <a:lnTo>
                    <a:pt x="65552" y="476374"/>
                  </a:lnTo>
                  <a:lnTo>
                    <a:pt x="84752" y="434945"/>
                  </a:lnTo>
                  <a:lnTo>
                    <a:pt x="106166" y="394869"/>
                  </a:lnTo>
                  <a:lnTo>
                    <a:pt x="129714" y="356230"/>
                  </a:lnTo>
                  <a:lnTo>
                    <a:pt x="155314" y="319112"/>
                  </a:lnTo>
                  <a:lnTo>
                    <a:pt x="182884" y="283596"/>
                  </a:lnTo>
                  <a:lnTo>
                    <a:pt x="212344" y="249768"/>
                  </a:lnTo>
                  <a:lnTo>
                    <a:pt x="243611" y="217710"/>
                  </a:lnTo>
                  <a:lnTo>
                    <a:pt x="276606" y="187506"/>
                  </a:lnTo>
                  <a:lnTo>
                    <a:pt x="311246" y="159239"/>
                  </a:lnTo>
                  <a:lnTo>
                    <a:pt x="347449" y="132992"/>
                  </a:lnTo>
                  <a:lnTo>
                    <a:pt x="385136" y="108849"/>
                  </a:lnTo>
                  <a:lnTo>
                    <a:pt x="424223" y="86894"/>
                  </a:lnTo>
                  <a:lnTo>
                    <a:pt x="464631" y="67209"/>
                  </a:lnTo>
                  <a:lnTo>
                    <a:pt x="506277" y="49878"/>
                  </a:lnTo>
                  <a:lnTo>
                    <a:pt x="549080" y="34985"/>
                  </a:lnTo>
                  <a:lnTo>
                    <a:pt x="592960" y="22613"/>
                  </a:lnTo>
                  <a:lnTo>
                    <a:pt x="637834" y="12844"/>
                  </a:lnTo>
                  <a:lnTo>
                    <a:pt x="683621" y="5764"/>
                  </a:lnTo>
                  <a:lnTo>
                    <a:pt x="730241" y="1455"/>
                  </a:lnTo>
                  <a:lnTo>
                    <a:pt x="777610" y="0"/>
                  </a:lnTo>
                  <a:lnTo>
                    <a:pt x="824980" y="1455"/>
                  </a:lnTo>
                  <a:lnTo>
                    <a:pt x="871599" y="5764"/>
                  </a:lnTo>
                  <a:lnTo>
                    <a:pt x="917387" y="12844"/>
                  </a:lnTo>
                  <a:lnTo>
                    <a:pt x="962261" y="22613"/>
                  </a:lnTo>
                  <a:lnTo>
                    <a:pt x="1006140" y="34985"/>
                  </a:lnTo>
                  <a:lnTo>
                    <a:pt x="1048944" y="49878"/>
                  </a:lnTo>
                  <a:lnTo>
                    <a:pt x="1090590" y="67209"/>
                  </a:lnTo>
                  <a:lnTo>
                    <a:pt x="1130997" y="86894"/>
                  </a:lnTo>
                  <a:lnTo>
                    <a:pt x="1170085" y="108849"/>
                  </a:lnTo>
                  <a:lnTo>
                    <a:pt x="1207771" y="132992"/>
                  </a:lnTo>
                  <a:lnTo>
                    <a:pt x="1243975" y="159239"/>
                  </a:lnTo>
                  <a:lnTo>
                    <a:pt x="1278615" y="187506"/>
                  </a:lnTo>
                  <a:lnTo>
                    <a:pt x="1311609" y="217710"/>
                  </a:lnTo>
                  <a:lnTo>
                    <a:pt x="1342877" y="249768"/>
                  </a:lnTo>
                  <a:lnTo>
                    <a:pt x="1372337" y="283596"/>
                  </a:lnTo>
                  <a:lnTo>
                    <a:pt x="1399907" y="319112"/>
                  </a:lnTo>
                  <a:lnTo>
                    <a:pt x="1425507" y="356230"/>
                  </a:lnTo>
                  <a:lnTo>
                    <a:pt x="1449054" y="394869"/>
                  </a:lnTo>
                  <a:lnTo>
                    <a:pt x="1470469" y="434945"/>
                  </a:lnTo>
                  <a:lnTo>
                    <a:pt x="1489668" y="476374"/>
                  </a:lnTo>
                  <a:lnTo>
                    <a:pt x="1506572" y="519073"/>
                  </a:lnTo>
                  <a:lnTo>
                    <a:pt x="1521098" y="562959"/>
                  </a:lnTo>
                  <a:lnTo>
                    <a:pt x="1533165" y="607947"/>
                  </a:lnTo>
                  <a:lnTo>
                    <a:pt x="1542693" y="653956"/>
                  </a:lnTo>
                  <a:lnTo>
                    <a:pt x="1549599" y="700901"/>
                  </a:lnTo>
                  <a:lnTo>
                    <a:pt x="1553802" y="748699"/>
                  </a:lnTo>
                  <a:lnTo>
                    <a:pt x="1555221" y="79726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539266" y="3248340"/>
              <a:ext cx="1658620" cy="1691005"/>
            </a:xfrm>
            <a:custGeom>
              <a:avLst/>
              <a:gdLst/>
              <a:ahLst/>
              <a:cxnLst/>
              <a:rect l="l" t="t" r="r" b="b"/>
              <a:pathLst>
                <a:path w="1658620" h="1691004">
                  <a:moveTo>
                    <a:pt x="1658476" y="0"/>
                  </a:moveTo>
                  <a:lnTo>
                    <a:pt x="0" y="0"/>
                  </a:lnTo>
                  <a:lnTo>
                    <a:pt x="0" y="1690725"/>
                  </a:lnTo>
                  <a:lnTo>
                    <a:pt x="1658476" y="1690725"/>
                  </a:lnTo>
                  <a:lnTo>
                    <a:pt x="1658476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30627" y="3439702"/>
              <a:ext cx="1276350" cy="1308100"/>
            </a:xfrm>
            <a:custGeom>
              <a:avLst/>
              <a:gdLst/>
              <a:ahLst/>
              <a:cxnLst/>
              <a:rect l="l" t="t" r="r" b="b"/>
              <a:pathLst>
                <a:path w="1276350" h="1308100">
                  <a:moveTo>
                    <a:pt x="637876" y="0"/>
                  </a:moveTo>
                  <a:lnTo>
                    <a:pt x="590271" y="1793"/>
                  </a:lnTo>
                  <a:lnTo>
                    <a:pt x="543615" y="7091"/>
                  </a:lnTo>
                  <a:lnTo>
                    <a:pt x="498034" y="15765"/>
                  </a:lnTo>
                  <a:lnTo>
                    <a:pt x="453649" y="27689"/>
                  </a:lnTo>
                  <a:lnTo>
                    <a:pt x="410584" y="42738"/>
                  </a:lnTo>
                  <a:lnTo>
                    <a:pt x="368964" y="60784"/>
                  </a:lnTo>
                  <a:lnTo>
                    <a:pt x="328910" y="81701"/>
                  </a:lnTo>
                  <a:lnTo>
                    <a:pt x="290546" y="105363"/>
                  </a:lnTo>
                  <a:lnTo>
                    <a:pt x="253996" y="131643"/>
                  </a:lnTo>
                  <a:lnTo>
                    <a:pt x="219382" y="160415"/>
                  </a:lnTo>
                  <a:lnTo>
                    <a:pt x="186829" y="191552"/>
                  </a:lnTo>
                  <a:lnTo>
                    <a:pt x="156460" y="224928"/>
                  </a:lnTo>
                  <a:lnTo>
                    <a:pt x="128398" y="260416"/>
                  </a:lnTo>
                  <a:lnTo>
                    <a:pt x="102765" y="297890"/>
                  </a:lnTo>
                  <a:lnTo>
                    <a:pt x="79687" y="337224"/>
                  </a:lnTo>
                  <a:lnTo>
                    <a:pt x="59285" y="378290"/>
                  </a:lnTo>
                  <a:lnTo>
                    <a:pt x="41684" y="420964"/>
                  </a:lnTo>
                  <a:lnTo>
                    <a:pt x="27007" y="465117"/>
                  </a:lnTo>
                  <a:lnTo>
                    <a:pt x="15376" y="510624"/>
                  </a:lnTo>
                  <a:lnTo>
                    <a:pt x="6916" y="557358"/>
                  </a:lnTo>
                  <a:lnTo>
                    <a:pt x="1749" y="605192"/>
                  </a:lnTo>
                  <a:lnTo>
                    <a:pt x="0" y="654001"/>
                  </a:lnTo>
                  <a:lnTo>
                    <a:pt x="1749" y="702810"/>
                  </a:lnTo>
                  <a:lnTo>
                    <a:pt x="6916" y="750645"/>
                  </a:lnTo>
                  <a:lnTo>
                    <a:pt x="15376" y="797378"/>
                  </a:lnTo>
                  <a:lnTo>
                    <a:pt x="27007" y="842885"/>
                  </a:lnTo>
                  <a:lnTo>
                    <a:pt x="41684" y="887038"/>
                  </a:lnTo>
                  <a:lnTo>
                    <a:pt x="59285" y="929711"/>
                  </a:lnTo>
                  <a:lnTo>
                    <a:pt x="79687" y="970778"/>
                  </a:lnTo>
                  <a:lnTo>
                    <a:pt x="102765" y="1010111"/>
                  </a:lnTo>
                  <a:lnTo>
                    <a:pt x="128398" y="1047585"/>
                  </a:lnTo>
                  <a:lnTo>
                    <a:pt x="156460" y="1083074"/>
                  </a:lnTo>
                  <a:lnTo>
                    <a:pt x="186829" y="1116449"/>
                  </a:lnTo>
                  <a:lnTo>
                    <a:pt x="219382" y="1147586"/>
                  </a:lnTo>
                  <a:lnTo>
                    <a:pt x="253996" y="1176358"/>
                  </a:lnTo>
                  <a:lnTo>
                    <a:pt x="290546" y="1202638"/>
                  </a:lnTo>
                  <a:lnTo>
                    <a:pt x="328910" y="1226300"/>
                  </a:lnTo>
                  <a:lnTo>
                    <a:pt x="368964" y="1247217"/>
                  </a:lnTo>
                  <a:lnTo>
                    <a:pt x="410584" y="1265263"/>
                  </a:lnTo>
                  <a:lnTo>
                    <a:pt x="453649" y="1280312"/>
                  </a:lnTo>
                  <a:lnTo>
                    <a:pt x="498034" y="1292237"/>
                  </a:lnTo>
                  <a:lnTo>
                    <a:pt x="543615" y="1300911"/>
                  </a:lnTo>
                  <a:lnTo>
                    <a:pt x="590271" y="1306208"/>
                  </a:lnTo>
                  <a:lnTo>
                    <a:pt x="637876" y="1308002"/>
                  </a:lnTo>
                  <a:lnTo>
                    <a:pt x="685481" y="1306208"/>
                  </a:lnTo>
                  <a:lnTo>
                    <a:pt x="732137" y="1300911"/>
                  </a:lnTo>
                  <a:lnTo>
                    <a:pt x="777718" y="1292237"/>
                  </a:lnTo>
                  <a:lnTo>
                    <a:pt x="822103" y="1280312"/>
                  </a:lnTo>
                  <a:lnTo>
                    <a:pt x="865168" y="1265263"/>
                  </a:lnTo>
                  <a:lnTo>
                    <a:pt x="906789" y="1247217"/>
                  </a:lnTo>
                  <a:lnTo>
                    <a:pt x="946843" y="1226300"/>
                  </a:lnTo>
                  <a:lnTo>
                    <a:pt x="985206" y="1202638"/>
                  </a:lnTo>
                  <a:lnTo>
                    <a:pt x="1021757" y="1176358"/>
                  </a:lnTo>
                  <a:lnTo>
                    <a:pt x="1056370" y="1147586"/>
                  </a:lnTo>
                  <a:lnTo>
                    <a:pt x="1088923" y="1116449"/>
                  </a:lnTo>
                  <a:lnTo>
                    <a:pt x="1119292" y="1083074"/>
                  </a:lnTo>
                  <a:lnTo>
                    <a:pt x="1147355" y="1047585"/>
                  </a:lnTo>
                  <a:lnTo>
                    <a:pt x="1172987" y="1010111"/>
                  </a:lnTo>
                  <a:lnTo>
                    <a:pt x="1196065" y="970778"/>
                  </a:lnTo>
                  <a:lnTo>
                    <a:pt x="1216467" y="929711"/>
                  </a:lnTo>
                  <a:lnTo>
                    <a:pt x="1234068" y="887038"/>
                  </a:lnTo>
                  <a:lnTo>
                    <a:pt x="1248745" y="842885"/>
                  </a:lnTo>
                  <a:lnTo>
                    <a:pt x="1260376" y="797378"/>
                  </a:lnTo>
                  <a:lnTo>
                    <a:pt x="1268836" y="750645"/>
                  </a:lnTo>
                  <a:lnTo>
                    <a:pt x="1274003" y="702810"/>
                  </a:lnTo>
                  <a:lnTo>
                    <a:pt x="1275753" y="654001"/>
                  </a:lnTo>
                  <a:lnTo>
                    <a:pt x="1274003" y="605192"/>
                  </a:lnTo>
                  <a:lnTo>
                    <a:pt x="1268836" y="557358"/>
                  </a:lnTo>
                  <a:lnTo>
                    <a:pt x="1260376" y="510624"/>
                  </a:lnTo>
                  <a:lnTo>
                    <a:pt x="1248745" y="465117"/>
                  </a:lnTo>
                  <a:lnTo>
                    <a:pt x="1234068" y="420964"/>
                  </a:lnTo>
                  <a:lnTo>
                    <a:pt x="1216467" y="378290"/>
                  </a:lnTo>
                  <a:lnTo>
                    <a:pt x="1196065" y="337224"/>
                  </a:lnTo>
                  <a:lnTo>
                    <a:pt x="1172987" y="297890"/>
                  </a:lnTo>
                  <a:lnTo>
                    <a:pt x="1147355" y="260416"/>
                  </a:lnTo>
                  <a:lnTo>
                    <a:pt x="1119292" y="224928"/>
                  </a:lnTo>
                  <a:lnTo>
                    <a:pt x="1088923" y="191552"/>
                  </a:lnTo>
                  <a:lnTo>
                    <a:pt x="1056370" y="160415"/>
                  </a:lnTo>
                  <a:lnTo>
                    <a:pt x="1021757" y="131643"/>
                  </a:lnTo>
                  <a:lnTo>
                    <a:pt x="985206" y="105363"/>
                  </a:lnTo>
                  <a:lnTo>
                    <a:pt x="946843" y="81701"/>
                  </a:lnTo>
                  <a:lnTo>
                    <a:pt x="906789" y="60784"/>
                  </a:lnTo>
                  <a:lnTo>
                    <a:pt x="865168" y="42738"/>
                  </a:lnTo>
                  <a:lnTo>
                    <a:pt x="822103" y="27689"/>
                  </a:lnTo>
                  <a:lnTo>
                    <a:pt x="777718" y="15765"/>
                  </a:lnTo>
                  <a:lnTo>
                    <a:pt x="732137" y="7091"/>
                  </a:lnTo>
                  <a:lnTo>
                    <a:pt x="685481" y="1793"/>
                  </a:lnTo>
                  <a:lnTo>
                    <a:pt x="637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70507" y="4039016"/>
              <a:ext cx="150613" cy="154418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15884" y="4039016"/>
              <a:ext cx="150613" cy="154418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1244398" y="3452841"/>
              <a:ext cx="318135" cy="398780"/>
            </a:xfrm>
            <a:custGeom>
              <a:avLst/>
              <a:gdLst/>
              <a:ahLst/>
              <a:cxnLst/>
              <a:rect l="l" t="t" r="r" b="b"/>
              <a:pathLst>
                <a:path w="318134" h="398779">
                  <a:moveTo>
                    <a:pt x="43746" y="276517"/>
                  </a:moveTo>
                  <a:lnTo>
                    <a:pt x="43055" y="278554"/>
                  </a:lnTo>
                  <a:lnTo>
                    <a:pt x="42313" y="376658"/>
                  </a:lnTo>
                  <a:lnTo>
                    <a:pt x="82558" y="376658"/>
                  </a:lnTo>
                  <a:lnTo>
                    <a:pt x="81497" y="278554"/>
                  </a:lnTo>
                  <a:lnTo>
                    <a:pt x="81485" y="277441"/>
                  </a:lnTo>
                  <a:lnTo>
                    <a:pt x="58118" y="277441"/>
                  </a:lnTo>
                  <a:lnTo>
                    <a:pt x="43746" y="276517"/>
                  </a:lnTo>
                  <a:close/>
                </a:path>
                <a:path w="318134" h="398779">
                  <a:moveTo>
                    <a:pt x="74825" y="277243"/>
                  </a:moveTo>
                  <a:lnTo>
                    <a:pt x="65695" y="277441"/>
                  </a:lnTo>
                  <a:lnTo>
                    <a:pt x="81485" y="277441"/>
                  </a:lnTo>
                  <a:lnTo>
                    <a:pt x="74825" y="277243"/>
                  </a:lnTo>
                  <a:close/>
                </a:path>
                <a:path w="318134" h="398779">
                  <a:moveTo>
                    <a:pt x="257015" y="276924"/>
                  </a:moveTo>
                  <a:lnTo>
                    <a:pt x="244075" y="277185"/>
                  </a:lnTo>
                  <a:lnTo>
                    <a:pt x="236217" y="277438"/>
                  </a:lnTo>
                  <a:lnTo>
                    <a:pt x="235411" y="376658"/>
                  </a:lnTo>
                  <a:lnTo>
                    <a:pt x="275978" y="376658"/>
                  </a:lnTo>
                  <a:lnTo>
                    <a:pt x="275623" y="319566"/>
                  </a:lnTo>
                  <a:lnTo>
                    <a:pt x="274600" y="278244"/>
                  </a:lnTo>
                  <a:lnTo>
                    <a:pt x="269453" y="277185"/>
                  </a:lnTo>
                  <a:lnTo>
                    <a:pt x="272955" y="277185"/>
                  </a:lnTo>
                  <a:lnTo>
                    <a:pt x="257015" y="276924"/>
                  </a:lnTo>
                  <a:close/>
                </a:path>
                <a:path w="318134" h="398779">
                  <a:moveTo>
                    <a:pt x="212407" y="277471"/>
                  </a:moveTo>
                  <a:lnTo>
                    <a:pt x="173901" y="277471"/>
                  </a:lnTo>
                  <a:lnTo>
                    <a:pt x="173102" y="376658"/>
                  </a:lnTo>
                  <a:lnTo>
                    <a:pt x="213469" y="376658"/>
                  </a:lnTo>
                  <a:lnTo>
                    <a:pt x="212407" y="277471"/>
                  </a:lnTo>
                  <a:close/>
                </a:path>
                <a:path w="318134" h="398779">
                  <a:moveTo>
                    <a:pt x="144997" y="277416"/>
                  </a:moveTo>
                  <a:lnTo>
                    <a:pt x="108884" y="277416"/>
                  </a:lnTo>
                  <a:lnTo>
                    <a:pt x="108316" y="283027"/>
                  </a:lnTo>
                  <a:lnTo>
                    <a:pt x="108276" y="306559"/>
                  </a:lnTo>
                  <a:lnTo>
                    <a:pt x="107810" y="366179"/>
                  </a:lnTo>
                  <a:lnTo>
                    <a:pt x="107729" y="376658"/>
                  </a:lnTo>
                  <a:lnTo>
                    <a:pt x="148038" y="376658"/>
                  </a:lnTo>
                  <a:lnTo>
                    <a:pt x="147951" y="366179"/>
                  </a:lnTo>
                  <a:lnTo>
                    <a:pt x="147839" y="345227"/>
                  </a:lnTo>
                  <a:lnTo>
                    <a:pt x="147779" y="334772"/>
                  </a:lnTo>
                  <a:lnTo>
                    <a:pt x="147554" y="306559"/>
                  </a:lnTo>
                  <a:lnTo>
                    <a:pt x="147430" y="291114"/>
                  </a:lnTo>
                  <a:lnTo>
                    <a:pt x="147379" y="280343"/>
                  </a:lnTo>
                  <a:lnTo>
                    <a:pt x="147214" y="278255"/>
                  </a:lnTo>
                  <a:lnTo>
                    <a:pt x="147589" y="277751"/>
                  </a:lnTo>
                  <a:lnTo>
                    <a:pt x="144997" y="277416"/>
                  </a:lnTo>
                  <a:close/>
                </a:path>
                <a:path w="318134" h="398779">
                  <a:moveTo>
                    <a:pt x="38829" y="209232"/>
                  </a:moveTo>
                  <a:lnTo>
                    <a:pt x="9603" y="227467"/>
                  </a:lnTo>
                  <a:lnTo>
                    <a:pt x="7393" y="228795"/>
                  </a:lnTo>
                  <a:lnTo>
                    <a:pt x="1450" y="232563"/>
                  </a:lnTo>
                  <a:lnTo>
                    <a:pt x="200" y="233813"/>
                  </a:lnTo>
                  <a:lnTo>
                    <a:pt x="114686" y="234020"/>
                  </a:lnTo>
                  <a:lnTo>
                    <a:pt x="74226" y="234020"/>
                  </a:lnTo>
                  <a:lnTo>
                    <a:pt x="64403" y="229625"/>
                  </a:lnTo>
                  <a:lnTo>
                    <a:pt x="55897" y="225360"/>
                  </a:lnTo>
                  <a:lnTo>
                    <a:pt x="55276" y="224950"/>
                  </a:lnTo>
                  <a:lnTo>
                    <a:pt x="47345" y="219049"/>
                  </a:lnTo>
                  <a:lnTo>
                    <a:pt x="38829" y="209232"/>
                  </a:lnTo>
                  <a:close/>
                </a:path>
                <a:path w="318134" h="398779">
                  <a:moveTo>
                    <a:pt x="158135" y="132820"/>
                  </a:moveTo>
                  <a:lnTo>
                    <a:pt x="157454" y="135375"/>
                  </a:lnTo>
                  <a:lnTo>
                    <a:pt x="158666" y="139952"/>
                  </a:lnTo>
                  <a:lnTo>
                    <a:pt x="160077" y="144302"/>
                  </a:lnTo>
                  <a:lnTo>
                    <a:pt x="161452" y="149382"/>
                  </a:lnTo>
                  <a:lnTo>
                    <a:pt x="160906" y="151250"/>
                  </a:lnTo>
                  <a:lnTo>
                    <a:pt x="160806" y="151593"/>
                  </a:lnTo>
                  <a:lnTo>
                    <a:pt x="160736" y="151835"/>
                  </a:lnTo>
                  <a:lnTo>
                    <a:pt x="269859" y="221282"/>
                  </a:lnTo>
                  <a:lnTo>
                    <a:pt x="270482" y="221706"/>
                  </a:lnTo>
                  <a:lnTo>
                    <a:pt x="271755" y="222836"/>
                  </a:lnTo>
                  <a:lnTo>
                    <a:pt x="272380" y="223620"/>
                  </a:lnTo>
                  <a:lnTo>
                    <a:pt x="141416" y="223620"/>
                  </a:lnTo>
                  <a:lnTo>
                    <a:pt x="140378" y="224812"/>
                  </a:lnTo>
                  <a:lnTo>
                    <a:pt x="140258" y="224950"/>
                  </a:lnTo>
                  <a:lnTo>
                    <a:pt x="130190" y="229936"/>
                  </a:lnTo>
                  <a:lnTo>
                    <a:pt x="123670" y="231888"/>
                  </a:lnTo>
                  <a:lnTo>
                    <a:pt x="116424" y="233813"/>
                  </a:lnTo>
                  <a:lnTo>
                    <a:pt x="166891" y="234020"/>
                  </a:lnTo>
                  <a:lnTo>
                    <a:pt x="317904" y="234020"/>
                  </a:lnTo>
                  <a:lnTo>
                    <a:pt x="294366" y="218275"/>
                  </a:lnTo>
                  <a:lnTo>
                    <a:pt x="194088" y="154975"/>
                  </a:lnTo>
                  <a:lnTo>
                    <a:pt x="162402" y="134536"/>
                  </a:lnTo>
                  <a:lnTo>
                    <a:pt x="158135" y="132820"/>
                  </a:lnTo>
                  <a:close/>
                </a:path>
                <a:path w="318134" h="398779">
                  <a:moveTo>
                    <a:pt x="142383" y="122562"/>
                  </a:moveTo>
                  <a:lnTo>
                    <a:pt x="132185" y="127835"/>
                  </a:lnTo>
                  <a:lnTo>
                    <a:pt x="125239" y="130340"/>
                  </a:lnTo>
                  <a:lnTo>
                    <a:pt x="117389" y="131338"/>
                  </a:lnTo>
                  <a:lnTo>
                    <a:pt x="104475" y="132089"/>
                  </a:lnTo>
                  <a:lnTo>
                    <a:pt x="81688" y="133745"/>
                  </a:lnTo>
                  <a:lnTo>
                    <a:pt x="70013" y="134334"/>
                  </a:lnTo>
                  <a:lnTo>
                    <a:pt x="58992" y="134334"/>
                  </a:lnTo>
                  <a:lnTo>
                    <a:pt x="54051" y="144302"/>
                  </a:lnTo>
                  <a:lnTo>
                    <a:pt x="46878" y="159477"/>
                  </a:lnTo>
                  <a:lnTo>
                    <a:pt x="42132" y="178221"/>
                  </a:lnTo>
                  <a:lnTo>
                    <a:pt x="44697" y="198414"/>
                  </a:lnTo>
                  <a:lnTo>
                    <a:pt x="54055" y="211817"/>
                  </a:lnTo>
                  <a:lnTo>
                    <a:pt x="68248" y="220457"/>
                  </a:lnTo>
                  <a:lnTo>
                    <a:pt x="84958" y="224812"/>
                  </a:lnTo>
                  <a:lnTo>
                    <a:pt x="101865" y="225360"/>
                  </a:lnTo>
                  <a:lnTo>
                    <a:pt x="119357" y="222397"/>
                  </a:lnTo>
                  <a:lnTo>
                    <a:pt x="134943" y="216105"/>
                  </a:lnTo>
                  <a:lnTo>
                    <a:pt x="138249" y="213449"/>
                  </a:lnTo>
                  <a:lnTo>
                    <a:pt x="105354" y="213449"/>
                  </a:lnTo>
                  <a:lnTo>
                    <a:pt x="97753" y="211817"/>
                  </a:lnTo>
                  <a:lnTo>
                    <a:pt x="97419" y="211817"/>
                  </a:lnTo>
                  <a:lnTo>
                    <a:pt x="97368" y="205366"/>
                  </a:lnTo>
                  <a:lnTo>
                    <a:pt x="94758" y="205027"/>
                  </a:lnTo>
                  <a:lnTo>
                    <a:pt x="92497" y="204870"/>
                  </a:lnTo>
                  <a:lnTo>
                    <a:pt x="87464" y="203461"/>
                  </a:lnTo>
                  <a:lnTo>
                    <a:pt x="85902" y="202670"/>
                  </a:lnTo>
                  <a:lnTo>
                    <a:pt x="83717" y="201697"/>
                  </a:lnTo>
                  <a:lnTo>
                    <a:pt x="86029" y="192061"/>
                  </a:lnTo>
                  <a:lnTo>
                    <a:pt x="86104" y="191747"/>
                  </a:lnTo>
                  <a:lnTo>
                    <a:pt x="107250" y="191747"/>
                  </a:lnTo>
                  <a:lnTo>
                    <a:pt x="108499" y="190145"/>
                  </a:lnTo>
                  <a:lnTo>
                    <a:pt x="107110" y="186890"/>
                  </a:lnTo>
                  <a:lnTo>
                    <a:pt x="103574" y="184867"/>
                  </a:lnTo>
                  <a:lnTo>
                    <a:pt x="97672" y="182301"/>
                  </a:lnTo>
                  <a:lnTo>
                    <a:pt x="90837" y="178975"/>
                  </a:lnTo>
                  <a:lnTo>
                    <a:pt x="85571" y="173545"/>
                  </a:lnTo>
                  <a:lnTo>
                    <a:pt x="84372" y="164672"/>
                  </a:lnTo>
                  <a:lnTo>
                    <a:pt x="84889" y="161287"/>
                  </a:lnTo>
                  <a:lnTo>
                    <a:pt x="84980" y="160686"/>
                  </a:lnTo>
                  <a:lnTo>
                    <a:pt x="87087" y="157702"/>
                  </a:lnTo>
                  <a:lnTo>
                    <a:pt x="92660" y="152806"/>
                  </a:lnTo>
                  <a:lnTo>
                    <a:pt x="95566" y="152806"/>
                  </a:lnTo>
                  <a:lnTo>
                    <a:pt x="97746" y="151835"/>
                  </a:lnTo>
                  <a:lnTo>
                    <a:pt x="97778" y="143784"/>
                  </a:lnTo>
                  <a:lnTo>
                    <a:pt x="149122" y="143784"/>
                  </a:lnTo>
                  <a:lnTo>
                    <a:pt x="147604" y="138077"/>
                  </a:lnTo>
                  <a:lnTo>
                    <a:pt x="142383" y="122562"/>
                  </a:lnTo>
                  <a:close/>
                </a:path>
                <a:path w="318134" h="398779">
                  <a:moveTo>
                    <a:pt x="102693" y="160686"/>
                  </a:moveTo>
                  <a:lnTo>
                    <a:pt x="100752" y="160686"/>
                  </a:lnTo>
                  <a:lnTo>
                    <a:pt x="97156" y="161287"/>
                  </a:lnTo>
                  <a:lnTo>
                    <a:pt x="96087" y="168239"/>
                  </a:lnTo>
                  <a:lnTo>
                    <a:pt x="96057" y="168430"/>
                  </a:lnTo>
                  <a:lnTo>
                    <a:pt x="100338" y="170425"/>
                  </a:lnTo>
                  <a:lnTo>
                    <a:pt x="108676" y="173931"/>
                  </a:lnTo>
                  <a:lnTo>
                    <a:pt x="114947" y="175747"/>
                  </a:lnTo>
                  <a:lnTo>
                    <a:pt x="119659" y="184710"/>
                  </a:lnTo>
                  <a:lnTo>
                    <a:pt x="119832" y="186890"/>
                  </a:lnTo>
                  <a:lnTo>
                    <a:pt x="119874" y="187420"/>
                  </a:lnTo>
                  <a:lnTo>
                    <a:pt x="119976" y="188701"/>
                  </a:lnTo>
                  <a:lnTo>
                    <a:pt x="120020" y="189253"/>
                  </a:lnTo>
                  <a:lnTo>
                    <a:pt x="117687" y="199037"/>
                  </a:lnTo>
                  <a:lnTo>
                    <a:pt x="112092" y="203695"/>
                  </a:lnTo>
                  <a:lnTo>
                    <a:pt x="105407" y="204609"/>
                  </a:lnTo>
                  <a:lnTo>
                    <a:pt x="105354" y="213449"/>
                  </a:lnTo>
                  <a:lnTo>
                    <a:pt x="138249" y="213449"/>
                  </a:lnTo>
                  <a:lnTo>
                    <a:pt x="146995" y="206422"/>
                  </a:lnTo>
                  <a:lnTo>
                    <a:pt x="153884" y="193285"/>
                  </a:lnTo>
                  <a:lnTo>
                    <a:pt x="154999" y="178975"/>
                  </a:lnTo>
                  <a:lnTo>
                    <a:pt x="155058" y="178221"/>
                  </a:lnTo>
                  <a:lnTo>
                    <a:pt x="155132" y="177271"/>
                  </a:lnTo>
                  <a:lnTo>
                    <a:pt x="155251" y="175747"/>
                  </a:lnTo>
                  <a:lnTo>
                    <a:pt x="153536" y="163685"/>
                  </a:lnTo>
                  <a:lnTo>
                    <a:pt x="114922" y="163685"/>
                  </a:lnTo>
                  <a:lnTo>
                    <a:pt x="111384" y="162329"/>
                  </a:lnTo>
                  <a:lnTo>
                    <a:pt x="109404" y="161118"/>
                  </a:lnTo>
                  <a:lnTo>
                    <a:pt x="102693" y="160686"/>
                  </a:lnTo>
                  <a:close/>
                </a:path>
                <a:path w="318134" h="398779">
                  <a:moveTo>
                    <a:pt x="164764" y="167113"/>
                  </a:moveTo>
                  <a:lnTo>
                    <a:pt x="164820" y="189253"/>
                  </a:lnTo>
                  <a:lnTo>
                    <a:pt x="162434" y="200546"/>
                  </a:lnTo>
                  <a:lnTo>
                    <a:pt x="155529" y="213102"/>
                  </a:lnTo>
                  <a:lnTo>
                    <a:pt x="236861" y="213102"/>
                  </a:lnTo>
                  <a:lnTo>
                    <a:pt x="235751" y="211817"/>
                  </a:lnTo>
                  <a:lnTo>
                    <a:pt x="231824" y="209232"/>
                  </a:lnTo>
                  <a:lnTo>
                    <a:pt x="222101" y="203019"/>
                  </a:lnTo>
                  <a:lnTo>
                    <a:pt x="219240" y="201363"/>
                  </a:lnTo>
                  <a:lnTo>
                    <a:pt x="210764" y="196185"/>
                  </a:lnTo>
                  <a:lnTo>
                    <a:pt x="192035" y="183985"/>
                  </a:lnTo>
                  <a:lnTo>
                    <a:pt x="183394" y="178456"/>
                  </a:lnTo>
                  <a:lnTo>
                    <a:pt x="179787" y="176210"/>
                  </a:lnTo>
                  <a:lnTo>
                    <a:pt x="168314" y="168239"/>
                  </a:lnTo>
                  <a:lnTo>
                    <a:pt x="164764" y="167113"/>
                  </a:lnTo>
                  <a:close/>
                </a:path>
                <a:path w="318134" h="398779">
                  <a:moveTo>
                    <a:pt x="107250" y="191747"/>
                  </a:moveTo>
                  <a:lnTo>
                    <a:pt x="86104" y="191747"/>
                  </a:lnTo>
                  <a:lnTo>
                    <a:pt x="87252" y="192061"/>
                  </a:lnTo>
                  <a:lnTo>
                    <a:pt x="89302" y="193285"/>
                  </a:lnTo>
                  <a:lnTo>
                    <a:pt x="95335" y="195455"/>
                  </a:lnTo>
                  <a:lnTo>
                    <a:pt x="103427" y="196647"/>
                  </a:lnTo>
                  <a:lnTo>
                    <a:pt x="107250" y="191747"/>
                  </a:lnTo>
                  <a:close/>
                </a:path>
                <a:path w="318134" h="398779">
                  <a:moveTo>
                    <a:pt x="149122" y="143784"/>
                  </a:moveTo>
                  <a:lnTo>
                    <a:pt x="97778" y="143784"/>
                  </a:lnTo>
                  <a:lnTo>
                    <a:pt x="105699" y="145819"/>
                  </a:lnTo>
                  <a:lnTo>
                    <a:pt x="105684" y="151250"/>
                  </a:lnTo>
                  <a:lnTo>
                    <a:pt x="107933" y="151593"/>
                  </a:lnTo>
                  <a:lnTo>
                    <a:pt x="109755" y="151593"/>
                  </a:lnTo>
                  <a:lnTo>
                    <a:pt x="114033" y="152641"/>
                  </a:lnTo>
                  <a:lnTo>
                    <a:pt x="115674" y="153536"/>
                  </a:lnTo>
                  <a:lnTo>
                    <a:pt x="117381" y="154001"/>
                  </a:lnTo>
                  <a:lnTo>
                    <a:pt x="117320" y="154596"/>
                  </a:lnTo>
                  <a:lnTo>
                    <a:pt x="115589" y="162329"/>
                  </a:lnTo>
                  <a:lnTo>
                    <a:pt x="115516" y="162656"/>
                  </a:lnTo>
                  <a:lnTo>
                    <a:pt x="114922" y="163685"/>
                  </a:lnTo>
                  <a:lnTo>
                    <a:pt x="153536" y="163685"/>
                  </a:lnTo>
                  <a:lnTo>
                    <a:pt x="152526" y="156575"/>
                  </a:lnTo>
                  <a:lnTo>
                    <a:pt x="149122" y="143784"/>
                  </a:lnTo>
                  <a:close/>
                </a:path>
                <a:path w="318134" h="398779">
                  <a:moveTo>
                    <a:pt x="95566" y="152806"/>
                  </a:moveTo>
                  <a:lnTo>
                    <a:pt x="92660" y="152806"/>
                  </a:lnTo>
                  <a:lnTo>
                    <a:pt x="95025" y="153047"/>
                  </a:lnTo>
                  <a:lnTo>
                    <a:pt x="95566" y="152806"/>
                  </a:lnTo>
                  <a:close/>
                </a:path>
                <a:path w="318134" h="398779">
                  <a:moveTo>
                    <a:pt x="45345" y="54836"/>
                  </a:moveTo>
                  <a:lnTo>
                    <a:pt x="161" y="54836"/>
                  </a:lnTo>
                  <a:lnTo>
                    <a:pt x="117" y="75284"/>
                  </a:lnTo>
                  <a:lnTo>
                    <a:pt x="0" y="129809"/>
                  </a:lnTo>
                  <a:lnTo>
                    <a:pt x="45233" y="129809"/>
                  </a:lnTo>
                  <a:lnTo>
                    <a:pt x="45355" y="122562"/>
                  </a:lnTo>
                  <a:lnTo>
                    <a:pt x="45409" y="119352"/>
                  </a:lnTo>
                  <a:lnTo>
                    <a:pt x="10410" y="119352"/>
                  </a:lnTo>
                  <a:lnTo>
                    <a:pt x="10388" y="65275"/>
                  </a:lnTo>
                  <a:lnTo>
                    <a:pt x="149787" y="65275"/>
                  </a:lnTo>
                  <a:lnTo>
                    <a:pt x="149865" y="63613"/>
                  </a:lnTo>
                  <a:lnTo>
                    <a:pt x="121405" y="63613"/>
                  </a:lnTo>
                  <a:lnTo>
                    <a:pt x="121389" y="62118"/>
                  </a:lnTo>
                  <a:lnTo>
                    <a:pt x="45337" y="62118"/>
                  </a:lnTo>
                  <a:lnTo>
                    <a:pt x="45345" y="54836"/>
                  </a:lnTo>
                  <a:close/>
                </a:path>
                <a:path w="318134" h="398779">
                  <a:moveTo>
                    <a:pt x="126801" y="119085"/>
                  </a:moveTo>
                  <a:lnTo>
                    <a:pt x="45413" y="119085"/>
                  </a:lnTo>
                  <a:lnTo>
                    <a:pt x="49038" y="119892"/>
                  </a:lnTo>
                  <a:lnTo>
                    <a:pt x="52266" y="122562"/>
                  </a:lnTo>
                  <a:lnTo>
                    <a:pt x="52450" y="122562"/>
                  </a:lnTo>
                  <a:lnTo>
                    <a:pt x="63280" y="124676"/>
                  </a:lnTo>
                  <a:lnTo>
                    <a:pt x="68266" y="124013"/>
                  </a:lnTo>
                  <a:lnTo>
                    <a:pt x="105166" y="121687"/>
                  </a:lnTo>
                  <a:lnTo>
                    <a:pt x="112799" y="121289"/>
                  </a:lnTo>
                  <a:lnTo>
                    <a:pt x="119857" y="120680"/>
                  </a:lnTo>
                  <a:lnTo>
                    <a:pt x="125919" y="119352"/>
                  </a:lnTo>
                  <a:lnTo>
                    <a:pt x="126222" y="119352"/>
                  </a:lnTo>
                  <a:lnTo>
                    <a:pt x="126801" y="119085"/>
                  </a:lnTo>
                  <a:close/>
                </a:path>
                <a:path w="318134" h="398779">
                  <a:moveTo>
                    <a:pt x="149787" y="65275"/>
                  </a:moveTo>
                  <a:lnTo>
                    <a:pt x="35049" y="65275"/>
                  </a:lnTo>
                  <a:lnTo>
                    <a:pt x="35016" y="119352"/>
                  </a:lnTo>
                  <a:lnTo>
                    <a:pt x="45409" y="119352"/>
                  </a:lnTo>
                  <a:lnTo>
                    <a:pt x="45413" y="119085"/>
                  </a:lnTo>
                  <a:lnTo>
                    <a:pt x="126801" y="119085"/>
                  </a:lnTo>
                  <a:lnTo>
                    <a:pt x="132875" y="116287"/>
                  </a:lnTo>
                  <a:lnTo>
                    <a:pt x="138247" y="112973"/>
                  </a:lnTo>
                  <a:lnTo>
                    <a:pt x="146390" y="105181"/>
                  </a:lnTo>
                  <a:lnTo>
                    <a:pt x="147617" y="97175"/>
                  </a:lnTo>
                  <a:lnTo>
                    <a:pt x="122281" y="97175"/>
                  </a:lnTo>
                  <a:lnTo>
                    <a:pt x="122205" y="92056"/>
                  </a:lnTo>
                  <a:lnTo>
                    <a:pt x="148697" y="92056"/>
                  </a:lnTo>
                  <a:lnTo>
                    <a:pt x="149781" y="88575"/>
                  </a:lnTo>
                  <a:lnTo>
                    <a:pt x="149637" y="84234"/>
                  </a:lnTo>
                  <a:lnTo>
                    <a:pt x="149245" y="80659"/>
                  </a:lnTo>
                  <a:lnTo>
                    <a:pt x="122201" y="80453"/>
                  </a:lnTo>
                  <a:lnTo>
                    <a:pt x="122215" y="75284"/>
                  </a:lnTo>
                  <a:lnTo>
                    <a:pt x="149312" y="75284"/>
                  </a:lnTo>
                  <a:lnTo>
                    <a:pt x="149787" y="65275"/>
                  </a:lnTo>
                  <a:close/>
                </a:path>
                <a:path w="318134" h="398779">
                  <a:moveTo>
                    <a:pt x="149985" y="61085"/>
                  </a:moveTo>
                  <a:lnTo>
                    <a:pt x="149410" y="63613"/>
                  </a:lnTo>
                  <a:lnTo>
                    <a:pt x="149865" y="63613"/>
                  </a:lnTo>
                  <a:lnTo>
                    <a:pt x="149985" y="61085"/>
                  </a:lnTo>
                  <a:close/>
                </a:path>
                <a:path w="318134" h="398779">
                  <a:moveTo>
                    <a:pt x="112715" y="37751"/>
                  </a:moveTo>
                  <a:lnTo>
                    <a:pt x="102910" y="37751"/>
                  </a:lnTo>
                  <a:lnTo>
                    <a:pt x="94510" y="38096"/>
                  </a:lnTo>
                  <a:lnTo>
                    <a:pt x="77211" y="42283"/>
                  </a:lnTo>
                  <a:lnTo>
                    <a:pt x="66346" y="50322"/>
                  </a:lnTo>
                  <a:lnTo>
                    <a:pt x="57270" y="58253"/>
                  </a:lnTo>
                  <a:lnTo>
                    <a:pt x="45337" y="62118"/>
                  </a:lnTo>
                  <a:lnTo>
                    <a:pt x="121389" y="62118"/>
                  </a:lnTo>
                  <a:lnTo>
                    <a:pt x="121348" y="58443"/>
                  </a:lnTo>
                  <a:lnTo>
                    <a:pt x="146220" y="58443"/>
                  </a:lnTo>
                  <a:lnTo>
                    <a:pt x="145658" y="51700"/>
                  </a:lnTo>
                  <a:lnTo>
                    <a:pt x="136126" y="43596"/>
                  </a:lnTo>
                  <a:lnTo>
                    <a:pt x="128573" y="40410"/>
                  </a:lnTo>
                  <a:lnTo>
                    <a:pt x="120977" y="38424"/>
                  </a:lnTo>
                  <a:lnTo>
                    <a:pt x="112715" y="37751"/>
                  </a:lnTo>
                  <a:close/>
                </a:path>
                <a:path w="318134" h="398779">
                  <a:moveTo>
                    <a:pt x="317141" y="384330"/>
                  </a:moveTo>
                  <a:lnTo>
                    <a:pt x="219" y="384513"/>
                  </a:lnTo>
                  <a:lnTo>
                    <a:pt x="312" y="398711"/>
                  </a:lnTo>
                  <a:lnTo>
                    <a:pt x="317116" y="398711"/>
                  </a:lnTo>
                  <a:lnTo>
                    <a:pt x="317141" y="384330"/>
                  </a:lnTo>
                  <a:close/>
                </a:path>
                <a:path w="318134" h="398779">
                  <a:moveTo>
                    <a:pt x="221903" y="243559"/>
                  </a:moveTo>
                  <a:lnTo>
                    <a:pt x="164584" y="243777"/>
                  </a:lnTo>
                  <a:lnTo>
                    <a:pt x="164562" y="267045"/>
                  </a:lnTo>
                  <a:lnTo>
                    <a:pt x="222015" y="266869"/>
                  </a:lnTo>
                  <a:lnTo>
                    <a:pt x="221903" y="243559"/>
                  </a:lnTo>
                  <a:close/>
                </a:path>
                <a:path w="318134" h="398779">
                  <a:moveTo>
                    <a:pt x="88887" y="243573"/>
                  </a:moveTo>
                  <a:lnTo>
                    <a:pt x="33691" y="243764"/>
                  </a:lnTo>
                  <a:lnTo>
                    <a:pt x="33666" y="266753"/>
                  </a:lnTo>
                  <a:lnTo>
                    <a:pt x="34830" y="266753"/>
                  </a:lnTo>
                  <a:lnTo>
                    <a:pt x="43708" y="267141"/>
                  </a:lnTo>
                  <a:lnTo>
                    <a:pt x="79257" y="267141"/>
                  </a:lnTo>
                  <a:lnTo>
                    <a:pt x="88991" y="266753"/>
                  </a:lnTo>
                  <a:lnTo>
                    <a:pt x="88887" y="243573"/>
                  </a:lnTo>
                  <a:close/>
                </a:path>
                <a:path w="318134" h="398779">
                  <a:moveTo>
                    <a:pt x="154172" y="243555"/>
                  </a:moveTo>
                  <a:lnTo>
                    <a:pt x="99291" y="243717"/>
                  </a:lnTo>
                  <a:lnTo>
                    <a:pt x="99269" y="267052"/>
                  </a:lnTo>
                  <a:lnTo>
                    <a:pt x="154404" y="267052"/>
                  </a:lnTo>
                  <a:lnTo>
                    <a:pt x="154174" y="243717"/>
                  </a:lnTo>
                  <a:lnTo>
                    <a:pt x="154172" y="243555"/>
                  </a:lnTo>
                  <a:close/>
                </a:path>
                <a:path w="318134" h="398779">
                  <a:moveTo>
                    <a:pt x="284237" y="243691"/>
                  </a:moveTo>
                  <a:lnTo>
                    <a:pt x="232318" y="243691"/>
                  </a:lnTo>
                  <a:lnTo>
                    <a:pt x="232246" y="267059"/>
                  </a:lnTo>
                  <a:lnTo>
                    <a:pt x="284331" y="266728"/>
                  </a:lnTo>
                  <a:lnTo>
                    <a:pt x="284237" y="243691"/>
                  </a:lnTo>
                  <a:close/>
                </a:path>
                <a:path w="318134" h="398779">
                  <a:moveTo>
                    <a:pt x="71484" y="2632"/>
                  </a:moveTo>
                  <a:lnTo>
                    <a:pt x="74288" y="17860"/>
                  </a:lnTo>
                  <a:lnTo>
                    <a:pt x="75746" y="24851"/>
                  </a:lnTo>
                  <a:lnTo>
                    <a:pt x="76340" y="30849"/>
                  </a:lnTo>
                  <a:lnTo>
                    <a:pt x="84804" y="28746"/>
                  </a:lnTo>
                  <a:lnTo>
                    <a:pt x="86824" y="27936"/>
                  </a:lnTo>
                  <a:lnTo>
                    <a:pt x="104014" y="27461"/>
                  </a:lnTo>
                  <a:lnTo>
                    <a:pt x="118956" y="27461"/>
                  </a:lnTo>
                  <a:lnTo>
                    <a:pt x="120501" y="9271"/>
                  </a:lnTo>
                  <a:lnTo>
                    <a:pt x="77597" y="9271"/>
                  </a:lnTo>
                  <a:lnTo>
                    <a:pt x="71484" y="2632"/>
                  </a:lnTo>
                  <a:close/>
                </a:path>
                <a:path w="318134" h="398779">
                  <a:moveTo>
                    <a:pt x="118956" y="27461"/>
                  </a:moveTo>
                  <a:lnTo>
                    <a:pt x="112196" y="27461"/>
                  </a:lnTo>
                  <a:lnTo>
                    <a:pt x="118943" y="27623"/>
                  </a:lnTo>
                  <a:lnTo>
                    <a:pt x="118956" y="27461"/>
                  </a:lnTo>
                  <a:close/>
                </a:path>
                <a:path w="318134" h="398779">
                  <a:moveTo>
                    <a:pt x="109973" y="0"/>
                  </a:moveTo>
                  <a:lnTo>
                    <a:pt x="101983" y="2442"/>
                  </a:lnTo>
                  <a:lnTo>
                    <a:pt x="94941" y="5794"/>
                  </a:lnTo>
                  <a:lnTo>
                    <a:pt x="86497" y="8158"/>
                  </a:lnTo>
                  <a:lnTo>
                    <a:pt x="77597" y="9271"/>
                  </a:lnTo>
                  <a:lnTo>
                    <a:pt x="120501" y="9271"/>
                  </a:lnTo>
                  <a:lnTo>
                    <a:pt x="121258" y="360"/>
                  </a:lnTo>
                  <a:lnTo>
                    <a:pt x="109973" y="0"/>
                  </a:lnTo>
                  <a:close/>
                </a:path>
                <a:path w="318134" h="398779">
                  <a:moveTo>
                    <a:pt x="143804" y="17785"/>
                  </a:moveTo>
                  <a:lnTo>
                    <a:pt x="130070" y="17785"/>
                  </a:lnTo>
                  <a:lnTo>
                    <a:pt x="129242" y="29596"/>
                  </a:lnTo>
                  <a:lnTo>
                    <a:pt x="134819" y="32001"/>
                  </a:lnTo>
                  <a:lnTo>
                    <a:pt x="135647" y="32886"/>
                  </a:lnTo>
                  <a:lnTo>
                    <a:pt x="141277" y="26086"/>
                  </a:lnTo>
                  <a:lnTo>
                    <a:pt x="143506" y="22573"/>
                  </a:lnTo>
                  <a:lnTo>
                    <a:pt x="143804" y="17785"/>
                  </a:lnTo>
                  <a:close/>
                </a:path>
              </a:pathLst>
            </a:custGeom>
            <a:solidFill>
              <a:srgbClr val="0093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539266" y="3248340"/>
            <a:ext cx="1658620" cy="1438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algn="ctr">
              <a:lnSpc>
                <a:spcPts val="1305"/>
              </a:lnSpc>
            </a:pPr>
            <a:r>
              <a:rPr sz="1200" spc="-10" dirty="0">
                <a:solidFill>
                  <a:srgbClr val="16387F"/>
                </a:solidFill>
                <a:latin typeface="Tahoma"/>
                <a:cs typeface="Tahoma"/>
              </a:rPr>
              <a:t>Ажратилган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ts val="1305"/>
              </a:lnSpc>
            </a:pPr>
            <a:r>
              <a:rPr sz="1200" b="1" spc="-10" dirty="0">
                <a:solidFill>
                  <a:srgbClr val="16387F"/>
                </a:solidFill>
                <a:latin typeface="Tahoma"/>
                <a:cs typeface="Tahoma"/>
              </a:rPr>
              <a:t>кредитлар</a:t>
            </a:r>
            <a:endParaRPr sz="1200" dirty="0">
              <a:latin typeface="Tahoma"/>
              <a:cs typeface="Tahoma"/>
            </a:endParaRPr>
          </a:p>
          <a:p>
            <a:pPr marR="51435" algn="ctr">
              <a:lnSpc>
                <a:spcPts val="2285"/>
              </a:lnSpc>
              <a:spcBef>
                <a:spcPts val="415"/>
              </a:spcBef>
            </a:pPr>
            <a:r>
              <a:rPr lang="uz-Cyrl-UZ" sz="2000" b="1" spc="-1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065" algn="ctr">
              <a:lnSpc>
                <a:spcPts val="965"/>
              </a:lnSpc>
            </a:pPr>
            <a:r>
              <a:rPr sz="900" dirty="0">
                <a:solidFill>
                  <a:srgbClr val="16387F"/>
                </a:solidFill>
                <a:latin typeface="Tahoma"/>
                <a:cs typeface="Tahoma"/>
              </a:rPr>
              <a:t>млн.</a:t>
            </a:r>
            <a:r>
              <a:rPr sz="900" spc="-6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16387F"/>
                </a:solidFill>
                <a:latin typeface="Tahoma"/>
                <a:cs typeface="Tahoma"/>
              </a:rPr>
              <a:t>сўм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65" name="object 165"/>
          <p:cNvSpPr/>
          <p:nvPr/>
        </p:nvSpPr>
        <p:spPr>
          <a:xfrm>
            <a:off x="875549" y="4229412"/>
            <a:ext cx="940435" cy="38100"/>
          </a:xfrm>
          <a:custGeom>
            <a:avLst/>
            <a:gdLst/>
            <a:ahLst/>
            <a:cxnLst/>
            <a:rect l="l" t="t" r="r" b="b"/>
            <a:pathLst>
              <a:path w="940435" h="38100">
                <a:moveTo>
                  <a:pt x="0" y="0"/>
                </a:moveTo>
                <a:lnTo>
                  <a:pt x="445672" y="0"/>
                </a:lnTo>
                <a:lnTo>
                  <a:pt x="484999" y="37576"/>
                </a:lnTo>
                <a:lnTo>
                  <a:pt x="523400" y="0"/>
                </a:lnTo>
                <a:lnTo>
                  <a:pt x="940354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5838843" y="2717955"/>
            <a:ext cx="4979670" cy="2757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60" dirty="0">
                <a:solidFill>
                  <a:srgbClr val="16387F"/>
                </a:solidFill>
                <a:latin typeface="Tahoma"/>
                <a:cs typeface="Tahoma"/>
              </a:rPr>
              <a:t>“</a:t>
            </a:r>
            <a:r>
              <a:rPr lang="ru-RU" sz="1700" b="1" spc="-150" dirty="0">
                <a:solidFill>
                  <a:srgbClr val="16387F"/>
                </a:solidFill>
                <a:latin typeface="Tahoma"/>
                <a:cs typeface="Tahoma"/>
              </a:rPr>
              <a:t>Д</a:t>
            </a:r>
            <a:r>
              <a:rPr sz="1700" b="1" spc="-150" dirty="0" err="1">
                <a:solidFill>
                  <a:srgbClr val="16387F"/>
                </a:solidFill>
                <a:latin typeface="Tahoma"/>
                <a:cs typeface="Tahoma"/>
              </a:rPr>
              <a:t>астур</a:t>
            </a:r>
            <a:r>
              <a:rPr lang="uz-Cyrl-UZ" sz="1700" b="1" spc="-150" dirty="0">
                <a:solidFill>
                  <a:srgbClr val="16387F"/>
                </a:solidFill>
                <a:latin typeface="Tahoma"/>
                <a:cs typeface="Tahoma"/>
              </a:rPr>
              <a:t>лар</a:t>
            </a:r>
            <a:r>
              <a:rPr sz="1700" b="1" spc="-5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700" b="1" spc="-150" dirty="0" err="1">
                <a:solidFill>
                  <a:srgbClr val="16387F"/>
                </a:solidFill>
                <a:latin typeface="Tahoma"/>
                <a:cs typeface="Tahoma"/>
              </a:rPr>
              <a:t>доирас</a:t>
            </a:r>
            <a:r>
              <a:rPr lang="ru-RU" sz="1700" b="1" spc="-150" dirty="0" err="1">
                <a:solidFill>
                  <a:srgbClr val="16387F"/>
                </a:solidFill>
                <a:latin typeface="Tahoma"/>
                <a:cs typeface="Tahoma"/>
              </a:rPr>
              <a:t>ида</a:t>
            </a:r>
            <a:r>
              <a:rPr lang="uz-Cyrl-UZ" sz="1700" b="1" spc="-114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ru-RU" sz="1700" b="1" spc="-175" dirty="0" err="1">
                <a:solidFill>
                  <a:srgbClr val="DD2B1C"/>
                </a:solidFill>
                <a:latin typeface="Tahoma"/>
                <a:cs typeface="Tahoma"/>
              </a:rPr>
              <a:t>ажратиладиган</a:t>
            </a:r>
            <a:r>
              <a:rPr lang="ru-RU" sz="1700" b="1" spc="-45" dirty="0">
                <a:solidFill>
                  <a:srgbClr val="DD2B1C"/>
                </a:solidFill>
                <a:latin typeface="Tahoma"/>
                <a:cs typeface="Tahoma"/>
              </a:rPr>
              <a:t> </a:t>
            </a:r>
            <a:r>
              <a:rPr lang="ru-RU" sz="1700" b="1" spc="-135" dirty="0" err="1">
                <a:solidFill>
                  <a:srgbClr val="DD2B1C"/>
                </a:solidFill>
                <a:latin typeface="Tahoma"/>
                <a:cs typeface="Tahoma"/>
              </a:rPr>
              <a:t>кредитлар</a:t>
            </a:r>
            <a:r>
              <a:rPr lang="ru-RU" sz="1700" b="1" spc="-170" dirty="0">
                <a:solidFill>
                  <a:srgbClr val="16387F"/>
                </a:solidFill>
                <a:latin typeface="Tahoma"/>
                <a:cs typeface="Tahoma"/>
              </a:rPr>
              <a:t> ”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7927247" y="3392363"/>
            <a:ext cx="2709608" cy="1507233"/>
            <a:chOff x="7927247" y="3392363"/>
            <a:chExt cx="2709608" cy="1507233"/>
          </a:xfrm>
        </p:grpSpPr>
        <p:pic>
          <p:nvPicPr>
            <p:cNvPr id="169" name="object 16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927247" y="3410847"/>
              <a:ext cx="525642" cy="612832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389476" y="3392363"/>
              <a:ext cx="2247379" cy="751549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8480502" y="3410847"/>
              <a:ext cx="2052928" cy="613410"/>
            </a:xfrm>
            <a:custGeom>
              <a:avLst/>
              <a:gdLst/>
              <a:ahLst/>
              <a:cxnLst/>
              <a:rect l="l" t="t" r="r" b="b"/>
              <a:pathLst>
                <a:path w="2019300" h="613410">
                  <a:moveTo>
                    <a:pt x="1859734" y="0"/>
                  </a:moveTo>
                  <a:lnTo>
                    <a:pt x="0" y="0"/>
                  </a:lnTo>
                  <a:lnTo>
                    <a:pt x="0" y="612832"/>
                  </a:lnTo>
                  <a:lnTo>
                    <a:pt x="1859734" y="612832"/>
                  </a:lnTo>
                  <a:lnTo>
                    <a:pt x="1902045" y="605506"/>
                  </a:lnTo>
                  <a:lnTo>
                    <a:pt x="1940064" y="584833"/>
                  </a:lnTo>
                  <a:lnTo>
                    <a:pt x="1972276" y="552767"/>
                  </a:lnTo>
                  <a:lnTo>
                    <a:pt x="1997163" y="511262"/>
                  </a:lnTo>
                  <a:lnTo>
                    <a:pt x="2013208" y="462273"/>
                  </a:lnTo>
                  <a:lnTo>
                    <a:pt x="2018893" y="407755"/>
                  </a:lnTo>
                  <a:lnTo>
                    <a:pt x="2018893" y="205082"/>
                  </a:lnTo>
                  <a:lnTo>
                    <a:pt x="2013208" y="150561"/>
                  </a:lnTo>
                  <a:lnTo>
                    <a:pt x="1997163" y="101571"/>
                  </a:lnTo>
                  <a:lnTo>
                    <a:pt x="1972276" y="60065"/>
                  </a:lnTo>
                  <a:lnTo>
                    <a:pt x="1940064" y="27998"/>
                  </a:lnTo>
                  <a:lnTo>
                    <a:pt x="1902045" y="7325"/>
                  </a:lnTo>
                  <a:lnTo>
                    <a:pt x="1859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936412" y="4166532"/>
              <a:ext cx="525642" cy="612830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513143" y="4148046"/>
              <a:ext cx="2116744" cy="751550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8517315" y="4166532"/>
              <a:ext cx="1974214" cy="613410"/>
            </a:xfrm>
            <a:custGeom>
              <a:avLst/>
              <a:gdLst/>
              <a:ahLst/>
              <a:cxnLst/>
              <a:rect l="l" t="t" r="r" b="b"/>
              <a:pathLst>
                <a:path w="1974215" h="613410">
                  <a:moveTo>
                    <a:pt x="1818233" y="0"/>
                  </a:moveTo>
                  <a:lnTo>
                    <a:pt x="0" y="0"/>
                  </a:lnTo>
                  <a:lnTo>
                    <a:pt x="0" y="612830"/>
                  </a:lnTo>
                  <a:lnTo>
                    <a:pt x="1818233" y="612830"/>
                  </a:lnTo>
                  <a:lnTo>
                    <a:pt x="1859600" y="605505"/>
                  </a:lnTo>
                  <a:lnTo>
                    <a:pt x="1896771" y="584832"/>
                  </a:lnTo>
                  <a:lnTo>
                    <a:pt x="1928264" y="552765"/>
                  </a:lnTo>
                  <a:lnTo>
                    <a:pt x="1952595" y="511260"/>
                  </a:lnTo>
                  <a:lnTo>
                    <a:pt x="1968281" y="462271"/>
                  </a:lnTo>
                  <a:lnTo>
                    <a:pt x="1973840" y="407753"/>
                  </a:lnTo>
                  <a:lnTo>
                    <a:pt x="1973840" y="205080"/>
                  </a:lnTo>
                  <a:lnTo>
                    <a:pt x="1968281" y="150560"/>
                  </a:lnTo>
                  <a:lnTo>
                    <a:pt x="1952595" y="101570"/>
                  </a:lnTo>
                  <a:lnTo>
                    <a:pt x="1928264" y="60065"/>
                  </a:lnTo>
                  <a:lnTo>
                    <a:pt x="1896771" y="27998"/>
                  </a:lnTo>
                  <a:lnTo>
                    <a:pt x="1859600" y="7325"/>
                  </a:lnTo>
                  <a:lnTo>
                    <a:pt x="18182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175"/>
          <p:cNvSpPr txBox="1"/>
          <p:nvPr/>
        </p:nvSpPr>
        <p:spPr>
          <a:xfrm>
            <a:off x="8516271" y="3442643"/>
            <a:ext cx="2914958" cy="528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 err="1">
                <a:solidFill>
                  <a:srgbClr val="16387F"/>
                </a:solidFill>
                <a:latin typeface="Tahoma"/>
                <a:cs typeface="Tahoma"/>
              </a:rPr>
              <a:t>Кредит</a:t>
            </a:r>
            <a:r>
              <a:rPr sz="1250" spc="-4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250" spc="-45" dirty="0">
                <a:solidFill>
                  <a:srgbClr val="16387F"/>
                </a:solidFill>
                <a:latin typeface="Tahoma"/>
                <a:cs typeface="Tahoma"/>
              </a:rPr>
              <a:t>ажратилган</a:t>
            </a:r>
            <a:r>
              <a:rPr sz="1250" spc="-4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6387F"/>
                </a:solidFill>
                <a:latin typeface="Tahoma"/>
                <a:cs typeface="Tahoma"/>
              </a:rPr>
              <a:t>фуқаролар</a:t>
            </a:r>
            <a:endParaRPr sz="1250" dirty="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75"/>
              </a:spcBef>
            </a:pPr>
            <a:r>
              <a:rPr lang="en-US" sz="2000" b="1" spc="75" dirty="0">
                <a:solidFill>
                  <a:srgbClr val="FF0000"/>
                </a:solidFill>
                <a:latin typeface="Tahoma"/>
                <a:cs typeface="Tahoma"/>
              </a:rPr>
              <a:t>3</a:t>
            </a:r>
            <a:r>
              <a:rPr sz="2000" b="1" spc="35" dirty="0" smtClean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350" b="1" spc="45" dirty="0">
                <a:solidFill>
                  <a:srgbClr val="16387F"/>
                </a:solidFill>
                <a:latin typeface="Tahoma"/>
                <a:cs typeface="Tahoma"/>
              </a:rPr>
              <a:t>нафар</a:t>
            </a:r>
            <a:endParaRPr sz="1350" b="1" dirty="0">
              <a:latin typeface="Tahoma"/>
              <a:cs typeface="Tahom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6090637" y="3225509"/>
            <a:ext cx="1705610" cy="1691005"/>
            <a:chOff x="6090637" y="3225509"/>
            <a:chExt cx="1705610" cy="1691005"/>
          </a:xfrm>
        </p:grpSpPr>
        <p:pic>
          <p:nvPicPr>
            <p:cNvPr id="177" name="object 17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867950" y="3993663"/>
              <a:ext cx="150613" cy="154418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6165647" y="3273605"/>
              <a:ext cx="1555750" cy="1595120"/>
            </a:xfrm>
            <a:custGeom>
              <a:avLst/>
              <a:gdLst/>
              <a:ahLst/>
              <a:cxnLst/>
              <a:rect l="l" t="t" r="r" b="b"/>
              <a:pathLst>
                <a:path w="1555750" h="1595120">
                  <a:moveTo>
                    <a:pt x="777610" y="0"/>
                  </a:moveTo>
                  <a:lnTo>
                    <a:pt x="730240" y="1455"/>
                  </a:lnTo>
                  <a:lnTo>
                    <a:pt x="683621" y="5764"/>
                  </a:lnTo>
                  <a:lnTo>
                    <a:pt x="637833" y="12845"/>
                  </a:lnTo>
                  <a:lnTo>
                    <a:pt x="592959" y="22613"/>
                  </a:lnTo>
                  <a:lnTo>
                    <a:pt x="549079" y="34985"/>
                  </a:lnTo>
                  <a:lnTo>
                    <a:pt x="506275" y="49878"/>
                  </a:lnTo>
                  <a:lnTo>
                    <a:pt x="464629" y="67209"/>
                  </a:lnTo>
                  <a:lnTo>
                    <a:pt x="424222" y="86894"/>
                  </a:lnTo>
                  <a:lnTo>
                    <a:pt x="385134" y="108850"/>
                  </a:lnTo>
                  <a:lnTo>
                    <a:pt x="347448" y="132992"/>
                  </a:lnTo>
                  <a:lnTo>
                    <a:pt x="311244" y="159239"/>
                  </a:lnTo>
                  <a:lnTo>
                    <a:pt x="276604" y="187506"/>
                  </a:lnTo>
                  <a:lnTo>
                    <a:pt x="243610" y="217711"/>
                  </a:lnTo>
                  <a:lnTo>
                    <a:pt x="212342" y="249769"/>
                  </a:lnTo>
                  <a:lnTo>
                    <a:pt x="182883" y="283597"/>
                  </a:lnTo>
                  <a:lnTo>
                    <a:pt x="155313" y="319112"/>
                  </a:lnTo>
                  <a:lnTo>
                    <a:pt x="129713" y="356231"/>
                  </a:lnTo>
                  <a:lnTo>
                    <a:pt x="106165" y="394870"/>
                  </a:lnTo>
                  <a:lnTo>
                    <a:pt x="84751" y="434946"/>
                  </a:lnTo>
                  <a:lnTo>
                    <a:pt x="65552" y="476375"/>
                  </a:lnTo>
                  <a:lnTo>
                    <a:pt x="48648" y="519074"/>
                  </a:lnTo>
                  <a:lnTo>
                    <a:pt x="34122" y="562959"/>
                  </a:lnTo>
                  <a:lnTo>
                    <a:pt x="22055" y="607948"/>
                  </a:lnTo>
                  <a:lnTo>
                    <a:pt x="12528" y="653956"/>
                  </a:lnTo>
                  <a:lnTo>
                    <a:pt x="5622" y="700901"/>
                  </a:lnTo>
                  <a:lnTo>
                    <a:pt x="1419" y="748699"/>
                  </a:lnTo>
                  <a:lnTo>
                    <a:pt x="0" y="797266"/>
                  </a:lnTo>
                  <a:lnTo>
                    <a:pt x="1419" y="845834"/>
                  </a:lnTo>
                  <a:lnTo>
                    <a:pt x="5622" y="893632"/>
                  </a:lnTo>
                  <a:lnTo>
                    <a:pt x="12528" y="940576"/>
                  </a:lnTo>
                  <a:lnTo>
                    <a:pt x="22055" y="986585"/>
                  </a:lnTo>
                  <a:lnTo>
                    <a:pt x="34122" y="1031574"/>
                  </a:lnTo>
                  <a:lnTo>
                    <a:pt x="48648" y="1075459"/>
                  </a:lnTo>
                  <a:lnTo>
                    <a:pt x="65552" y="1118158"/>
                  </a:lnTo>
                  <a:lnTo>
                    <a:pt x="84751" y="1159587"/>
                  </a:lnTo>
                  <a:lnTo>
                    <a:pt x="106165" y="1199663"/>
                  </a:lnTo>
                  <a:lnTo>
                    <a:pt x="129713" y="1238302"/>
                  </a:lnTo>
                  <a:lnTo>
                    <a:pt x="155313" y="1275421"/>
                  </a:lnTo>
                  <a:lnTo>
                    <a:pt x="182883" y="1310936"/>
                  </a:lnTo>
                  <a:lnTo>
                    <a:pt x="212342" y="1344764"/>
                  </a:lnTo>
                  <a:lnTo>
                    <a:pt x="243610" y="1376822"/>
                  </a:lnTo>
                  <a:lnTo>
                    <a:pt x="276604" y="1407026"/>
                  </a:lnTo>
                  <a:lnTo>
                    <a:pt x="311244" y="1435294"/>
                  </a:lnTo>
                  <a:lnTo>
                    <a:pt x="347448" y="1461540"/>
                  </a:lnTo>
                  <a:lnTo>
                    <a:pt x="385134" y="1485683"/>
                  </a:lnTo>
                  <a:lnTo>
                    <a:pt x="424222" y="1507638"/>
                  </a:lnTo>
                  <a:lnTo>
                    <a:pt x="464629" y="1527323"/>
                  </a:lnTo>
                  <a:lnTo>
                    <a:pt x="506275" y="1544654"/>
                  </a:lnTo>
                  <a:lnTo>
                    <a:pt x="549079" y="1559547"/>
                  </a:lnTo>
                  <a:lnTo>
                    <a:pt x="592959" y="1571920"/>
                  </a:lnTo>
                  <a:lnTo>
                    <a:pt x="637833" y="1581688"/>
                  </a:lnTo>
                  <a:lnTo>
                    <a:pt x="683621" y="1588768"/>
                  </a:lnTo>
                  <a:lnTo>
                    <a:pt x="730240" y="1593078"/>
                  </a:lnTo>
                  <a:lnTo>
                    <a:pt x="777610" y="1594533"/>
                  </a:lnTo>
                  <a:lnTo>
                    <a:pt x="824980" y="1593078"/>
                  </a:lnTo>
                  <a:lnTo>
                    <a:pt x="871599" y="1588768"/>
                  </a:lnTo>
                  <a:lnTo>
                    <a:pt x="917387" y="1581688"/>
                  </a:lnTo>
                  <a:lnTo>
                    <a:pt x="962261" y="1571920"/>
                  </a:lnTo>
                  <a:lnTo>
                    <a:pt x="1006140" y="1559547"/>
                  </a:lnTo>
                  <a:lnTo>
                    <a:pt x="1048944" y="1544654"/>
                  </a:lnTo>
                  <a:lnTo>
                    <a:pt x="1090590" y="1527323"/>
                  </a:lnTo>
                  <a:lnTo>
                    <a:pt x="1130997" y="1507638"/>
                  </a:lnTo>
                  <a:lnTo>
                    <a:pt x="1170085" y="1485683"/>
                  </a:lnTo>
                  <a:lnTo>
                    <a:pt x="1207771" y="1461540"/>
                  </a:lnTo>
                  <a:lnTo>
                    <a:pt x="1243975" y="1435294"/>
                  </a:lnTo>
                  <a:lnTo>
                    <a:pt x="1278615" y="1407026"/>
                  </a:lnTo>
                  <a:lnTo>
                    <a:pt x="1311609" y="1376822"/>
                  </a:lnTo>
                  <a:lnTo>
                    <a:pt x="1342877" y="1344764"/>
                  </a:lnTo>
                  <a:lnTo>
                    <a:pt x="1372337" y="1310936"/>
                  </a:lnTo>
                  <a:lnTo>
                    <a:pt x="1399907" y="1275421"/>
                  </a:lnTo>
                  <a:lnTo>
                    <a:pt x="1425507" y="1238302"/>
                  </a:lnTo>
                  <a:lnTo>
                    <a:pt x="1449054" y="1199663"/>
                  </a:lnTo>
                  <a:lnTo>
                    <a:pt x="1470469" y="1159587"/>
                  </a:lnTo>
                  <a:lnTo>
                    <a:pt x="1489668" y="1118158"/>
                  </a:lnTo>
                  <a:lnTo>
                    <a:pt x="1506572" y="1075459"/>
                  </a:lnTo>
                  <a:lnTo>
                    <a:pt x="1521098" y="1031574"/>
                  </a:lnTo>
                  <a:lnTo>
                    <a:pt x="1533165" y="986585"/>
                  </a:lnTo>
                  <a:lnTo>
                    <a:pt x="1542693" y="940576"/>
                  </a:lnTo>
                  <a:lnTo>
                    <a:pt x="1549599" y="893632"/>
                  </a:lnTo>
                  <a:lnTo>
                    <a:pt x="1553802" y="845834"/>
                  </a:lnTo>
                  <a:lnTo>
                    <a:pt x="1555221" y="797266"/>
                  </a:lnTo>
                  <a:lnTo>
                    <a:pt x="1553802" y="748699"/>
                  </a:lnTo>
                  <a:lnTo>
                    <a:pt x="1549599" y="700901"/>
                  </a:lnTo>
                  <a:lnTo>
                    <a:pt x="1542693" y="653956"/>
                  </a:lnTo>
                  <a:lnTo>
                    <a:pt x="1533165" y="607948"/>
                  </a:lnTo>
                  <a:lnTo>
                    <a:pt x="1521098" y="562959"/>
                  </a:lnTo>
                  <a:lnTo>
                    <a:pt x="1506572" y="519074"/>
                  </a:lnTo>
                  <a:lnTo>
                    <a:pt x="1489668" y="476375"/>
                  </a:lnTo>
                  <a:lnTo>
                    <a:pt x="1470469" y="434946"/>
                  </a:lnTo>
                  <a:lnTo>
                    <a:pt x="1449054" y="394870"/>
                  </a:lnTo>
                  <a:lnTo>
                    <a:pt x="1425507" y="356231"/>
                  </a:lnTo>
                  <a:lnTo>
                    <a:pt x="1399907" y="319112"/>
                  </a:lnTo>
                  <a:lnTo>
                    <a:pt x="1372337" y="283597"/>
                  </a:lnTo>
                  <a:lnTo>
                    <a:pt x="1342877" y="249769"/>
                  </a:lnTo>
                  <a:lnTo>
                    <a:pt x="1311609" y="217711"/>
                  </a:lnTo>
                  <a:lnTo>
                    <a:pt x="1278615" y="187506"/>
                  </a:lnTo>
                  <a:lnTo>
                    <a:pt x="1243975" y="159239"/>
                  </a:lnTo>
                  <a:lnTo>
                    <a:pt x="1207771" y="132992"/>
                  </a:lnTo>
                  <a:lnTo>
                    <a:pt x="1170085" y="108850"/>
                  </a:lnTo>
                  <a:lnTo>
                    <a:pt x="1130997" y="86894"/>
                  </a:lnTo>
                  <a:lnTo>
                    <a:pt x="1090590" y="67209"/>
                  </a:lnTo>
                  <a:lnTo>
                    <a:pt x="1048944" y="49878"/>
                  </a:lnTo>
                  <a:lnTo>
                    <a:pt x="1006140" y="34985"/>
                  </a:lnTo>
                  <a:lnTo>
                    <a:pt x="962261" y="22613"/>
                  </a:lnTo>
                  <a:lnTo>
                    <a:pt x="917387" y="12845"/>
                  </a:lnTo>
                  <a:lnTo>
                    <a:pt x="871599" y="5764"/>
                  </a:lnTo>
                  <a:lnTo>
                    <a:pt x="824980" y="1455"/>
                  </a:lnTo>
                  <a:lnTo>
                    <a:pt x="777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165647" y="3273605"/>
              <a:ext cx="1555750" cy="1595120"/>
            </a:xfrm>
            <a:custGeom>
              <a:avLst/>
              <a:gdLst/>
              <a:ahLst/>
              <a:cxnLst/>
              <a:rect l="l" t="t" r="r" b="b"/>
              <a:pathLst>
                <a:path w="1555750" h="1595120">
                  <a:moveTo>
                    <a:pt x="1555221" y="797266"/>
                  </a:moveTo>
                  <a:lnTo>
                    <a:pt x="1553802" y="845834"/>
                  </a:lnTo>
                  <a:lnTo>
                    <a:pt x="1549599" y="893632"/>
                  </a:lnTo>
                  <a:lnTo>
                    <a:pt x="1542693" y="940576"/>
                  </a:lnTo>
                  <a:lnTo>
                    <a:pt x="1533165" y="986585"/>
                  </a:lnTo>
                  <a:lnTo>
                    <a:pt x="1521098" y="1031574"/>
                  </a:lnTo>
                  <a:lnTo>
                    <a:pt x="1506572" y="1075459"/>
                  </a:lnTo>
                  <a:lnTo>
                    <a:pt x="1489668" y="1118158"/>
                  </a:lnTo>
                  <a:lnTo>
                    <a:pt x="1470469" y="1159587"/>
                  </a:lnTo>
                  <a:lnTo>
                    <a:pt x="1449054" y="1199663"/>
                  </a:lnTo>
                  <a:lnTo>
                    <a:pt x="1425507" y="1238302"/>
                  </a:lnTo>
                  <a:lnTo>
                    <a:pt x="1399907" y="1275421"/>
                  </a:lnTo>
                  <a:lnTo>
                    <a:pt x="1372337" y="1310936"/>
                  </a:lnTo>
                  <a:lnTo>
                    <a:pt x="1342877" y="1344764"/>
                  </a:lnTo>
                  <a:lnTo>
                    <a:pt x="1311609" y="1376822"/>
                  </a:lnTo>
                  <a:lnTo>
                    <a:pt x="1278615" y="1407026"/>
                  </a:lnTo>
                  <a:lnTo>
                    <a:pt x="1243975" y="1435294"/>
                  </a:lnTo>
                  <a:lnTo>
                    <a:pt x="1207771" y="1461540"/>
                  </a:lnTo>
                  <a:lnTo>
                    <a:pt x="1170085" y="1485683"/>
                  </a:lnTo>
                  <a:lnTo>
                    <a:pt x="1130997" y="1507638"/>
                  </a:lnTo>
                  <a:lnTo>
                    <a:pt x="1090590" y="1527323"/>
                  </a:lnTo>
                  <a:lnTo>
                    <a:pt x="1048944" y="1544654"/>
                  </a:lnTo>
                  <a:lnTo>
                    <a:pt x="1006140" y="1559547"/>
                  </a:lnTo>
                  <a:lnTo>
                    <a:pt x="962261" y="1571920"/>
                  </a:lnTo>
                  <a:lnTo>
                    <a:pt x="917387" y="1581688"/>
                  </a:lnTo>
                  <a:lnTo>
                    <a:pt x="871599" y="1588768"/>
                  </a:lnTo>
                  <a:lnTo>
                    <a:pt x="824980" y="1593078"/>
                  </a:lnTo>
                  <a:lnTo>
                    <a:pt x="777610" y="1594533"/>
                  </a:lnTo>
                  <a:lnTo>
                    <a:pt x="730240" y="1593078"/>
                  </a:lnTo>
                  <a:lnTo>
                    <a:pt x="683621" y="1588768"/>
                  </a:lnTo>
                  <a:lnTo>
                    <a:pt x="637833" y="1581688"/>
                  </a:lnTo>
                  <a:lnTo>
                    <a:pt x="592959" y="1571920"/>
                  </a:lnTo>
                  <a:lnTo>
                    <a:pt x="549079" y="1559547"/>
                  </a:lnTo>
                  <a:lnTo>
                    <a:pt x="506275" y="1544654"/>
                  </a:lnTo>
                  <a:lnTo>
                    <a:pt x="464629" y="1527323"/>
                  </a:lnTo>
                  <a:lnTo>
                    <a:pt x="424222" y="1507638"/>
                  </a:lnTo>
                  <a:lnTo>
                    <a:pt x="385134" y="1485683"/>
                  </a:lnTo>
                  <a:lnTo>
                    <a:pt x="347448" y="1461540"/>
                  </a:lnTo>
                  <a:lnTo>
                    <a:pt x="311244" y="1435294"/>
                  </a:lnTo>
                  <a:lnTo>
                    <a:pt x="276604" y="1407026"/>
                  </a:lnTo>
                  <a:lnTo>
                    <a:pt x="243610" y="1376822"/>
                  </a:lnTo>
                  <a:lnTo>
                    <a:pt x="212342" y="1344764"/>
                  </a:lnTo>
                  <a:lnTo>
                    <a:pt x="182883" y="1310936"/>
                  </a:lnTo>
                  <a:lnTo>
                    <a:pt x="155313" y="1275421"/>
                  </a:lnTo>
                  <a:lnTo>
                    <a:pt x="129713" y="1238302"/>
                  </a:lnTo>
                  <a:lnTo>
                    <a:pt x="106165" y="1199663"/>
                  </a:lnTo>
                  <a:lnTo>
                    <a:pt x="84751" y="1159587"/>
                  </a:lnTo>
                  <a:lnTo>
                    <a:pt x="65552" y="1118158"/>
                  </a:lnTo>
                  <a:lnTo>
                    <a:pt x="48648" y="1075459"/>
                  </a:lnTo>
                  <a:lnTo>
                    <a:pt x="34122" y="1031574"/>
                  </a:lnTo>
                  <a:lnTo>
                    <a:pt x="22055" y="986585"/>
                  </a:lnTo>
                  <a:lnTo>
                    <a:pt x="12528" y="940576"/>
                  </a:lnTo>
                  <a:lnTo>
                    <a:pt x="5622" y="893632"/>
                  </a:lnTo>
                  <a:lnTo>
                    <a:pt x="1419" y="845834"/>
                  </a:lnTo>
                  <a:lnTo>
                    <a:pt x="0" y="797266"/>
                  </a:lnTo>
                  <a:lnTo>
                    <a:pt x="1419" y="748699"/>
                  </a:lnTo>
                  <a:lnTo>
                    <a:pt x="5622" y="700901"/>
                  </a:lnTo>
                  <a:lnTo>
                    <a:pt x="12528" y="653956"/>
                  </a:lnTo>
                  <a:lnTo>
                    <a:pt x="22055" y="607948"/>
                  </a:lnTo>
                  <a:lnTo>
                    <a:pt x="34122" y="562959"/>
                  </a:lnTo>
                  <a:lnTo>
                    <a:pt x="48648" y="519074"/>
                  </a:lnTo>
                  <a:lnTo>
                    <a:pt x="65552" y="476375"/>
                  </a:lnTo>
                  <a:lnTo>
                    <a:pt x="84751" y="434946"/>
                  </a:lnTo>
                  <a:lnTo>
                    <a:pt x="106165" y="394870"/>
                  </a:lnTo>
                  <a:lnTo>
                    <a:pt x="129713" y="356231"/>
                  </a:lnTo>
                  <a:lnTo>
                    <a:pt x="155313" y="319112"/>
                  </a:lnTo>
                  <a:lnTo>
                    <a:pt x="182883" y="283597"/>
                  </a:lnTo>
                  <a:lnTo>
                    <a:pt x="212342" y="249769"/>
                  </a:lnTo>
                  <a:lnTo>
                    <a:pt x="243610" y="217711"/>
                  </a:lnTo>
                  <a:lnTo>
                    <a:pt x="276604" y="187506"/>
                  </a:lnTo>
                  <a:lnTo>
                    <a:pt x="311244" y="159239"/>
                  </a:lnTo>
                  <a:lnTo>
                    <a:pt x="347448" y="132992"/>
                  </a:lnTo>
                  <a:lnTo>
                    <a:pt x="385134" y="108850"/>
                  </a:lnTo>
                  <a:lnTo>
                    <a:pt x="424222" y="86894"/>
                  </a:lnTo>
                  <a:lnTo>
                    <a:pt x="464629" y="67209"/>
                  </a:lnTo>
                  <a:lnTo>
                    <a:pt x="506275" y="49878"/>
                  </a:lnTo>
                  <a:lnTo>
                    <a:pt x="549079" y="34985"/>
                  </a:lnTo>
                  <a:lnTo>
                    <a:pt x="592959" y="22613"/>
                  </a:lnTo>
                  <a:lnTo>
                    <a:pt x="637833" y="12845"/>
                  </a:lnTo>
                  <a:lnTo>
                    <a:pt x="683621" y="5764"/>
                  </a:lnTo>
                  <a:lnTo>
                    <a:pt x="730240" y="1455"/>
                  </a:lnTo>
                  <a:lnTo>
                    <a:pt x="777610" y="0"/>
                  </a:lnTo>
                  <a:lnTo>
                    <a:pt x="824980" y="1455"/>
                  </a:lnTo>
                  <a:lnTo>
                    <a:pt x="871599" y="5764"/>
                  </a:lnTo>
                  <a:lnTo>
                    <a:pt x="917387" y="12845"/>
                  </a:lnTo>
                  <a:lnTo>
                    <a:pt x="962261" y="22613"/>
                  </a:lnTo>
                  <a:lnTo>
                    <a:pt x="1006140" y="34985"/>
                  </a:lnTo>
                  <a:lnTo>
                    <a:pt x="1048944" y="49878"/>
                  </a:lnTo>
                  <a:lnTo>
                    <a:pt x="1090590" y="67209"/>
                  </a:lnTo>
                  <a:lnTo>
                    <a:pt x="1130997" y="86894"/>
                  </a:lnTo>
                  <a:lnTo>
                    <a:pt x="1170085" y="108850"/>
                  </a:lnTo>
                  <a:lnTo>
                    <a:pt x="1207771" y="132992"/>
                  </a:lnTo>
                  <a:lnTo>
                    <a:pt x="1243975" y="159239"/>
                  </a:lnTo>
                  <a:lnTo>
                    <a:pt x="1278615" y="187506"/>
                  </a:lnTo>
                  <a:lnTo>
                    <a:pt x="1311609" y="217711"/>
                  </a:lnTo>
                  <a:lnTo>
                    <a:pt x="1342877" y="249769"/>
                  </a:lnTo>
                  <a:lnTo>
                    <a:pt x="1372337" y="283597"/>
                  </a:lnTo>
                  <a:lnTo>
                    <a:pt x="1399907" y="319112"/>
                  </a:lnTo>
                  <a:lnTo>
                    <a:pt x="1425507" y="356231"/>
                  </a:lnTo>
                  <a:lnTo>
                    <a:pt x="1449054" y="394870"/>
                  </a:lnTo>
                  <a:lnTo>
                    <a:pt x="1470469" y="434946"/>
                  </a:lnTo>
                  <a:lnTo>
                    <a:pt x="1489668" y="476375"/>
                  </a:lnTo>
                  <a:lnTo>
                    <a:pt x="1506572" y="519074"/>
                  </a:lnTo>
                  <a:lnTo>
                    <a:pt x="1521098" y="562959"/>
                  </a:lnTo>
                  <a:lnTo>
                    <a:pt x="1533165" y="607948"/>
                  </a:lnTo>
                  <a:lnTo>
                    <a:pt x="1542693" y="653956"/>
                  </a:lnTo>
                  <a:lnTo>
                    <a:pt x="1549599" y="700901"/>
                  </a:lnTo>
                  <a:lnTo>
                    <a:pt x="1553802" y="748699"/>
                  </a:lnTo>
                  <a:lnTo>
                    <a:pt x="1555221" y="79726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114021" y="3225509"/>
              <a:ext cx="1658620" cy="1691005"/>
            </a:xfrm>
            <a:custGeom>
              <a:avLst/>
              <a:gdLst/>
              <a:ahLst/>
              <a:cxnLst/>
              <a:rect l="l" t="t" r="r" b="b"/>
              <a:pathLst>
                <a:path w="1658620" h="1691004">
                  <a:moveTo>
                    <a:pt x="1658476" y="0"/>
                  </a:moveTo>
                  <a:lnTo>
                    <a:pt x="0" y="0"/>
                  </a:lnTo>
                  <a:lnTo>
                    <a:pt x="0" y="1690725"/>
                  </a:lnTo>
                  <a:lnTo>
                    <a:pt x="1658476" y="1690725"/>
                  </a:lnTo>
                  <a:lnTo>
                    <a:pt x="1658476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6305382" y="3416871"/>
              <a:ext cx="1276350" cy="1308100"/>
            </a:xfrm>
            <a:custGeom>
              <a:avLst/>
              <a:gdLst/>
              <a:ahLst/>
              <a:cxnLst/>
              <a:rect l="l" t="t" r="r" b="b"/>
              <a:pathLst>
                <a:path w="1276350" h="1308100">
                  <a:moveTo>
                    <a:pt x="637876" y="0"/>
                  </a:moveTo>
                  <a:lnTo>
                    <a:pt x="590271" y="1793"/>
                  </a:lnTo>
                  <a:lnTo>
                    <a:pt x="543615" y="7091"/>
                  </a:lnTo>
                  <a:lnTo>
                    <a:pt x="498034" y="15765"/>
                  </a:lnTo>
                  <a:lnTo>
                    <a:pt x="453649" y="27689"/>
                  </a:lnTo>
                  <a:lnTo>
                    <a:pt x="410584" y="42738"/>
                  </a:lnTo>
                  <a:lnTo>
                    <a:pt x="368964" y="60784"/>
                  </a:lnTo>
                  <a:lnTo>
                    <a:pt x="328910" y="81701"/>
                  </a:lnTo>
                  <a:lnTo>
                    <a:pt x="290546" y="105363"/>
                  </a:lnTo>
                  <a:lnTo>
                    <a:pt x="253996" y="131643"/>
                  </a:lnTo>
                  <a:lnTo>
                    <a:pt x="219382" y="160415"/>
                  </a:lnTo>
                  <a:lnTo>
                    <a:pt x="186829" y="191552"/>
                  </a:lnTo>
                  <a:lnTo>
                    <a:pt x="156460" y="224928"/>
                  </a:lnTo>
                  <a:lnTo>
                    <a:pt x="128398" y="260416"/>
                  </a:lnTo>
                  <a:lnTo>
                    <a:pt x="102765" y="297890"/>
                  </a:lnTo>
                  <a:lnTo>
                    <a:pt x="79687" y="337223"/>
                  </a:lnTo>
                  <a:lnTo>
                    <a:pt x="59285" y="378290"/>
                  </a:lnTo>
                  <a:lnTo>
                    <a:pt x="41684" y="420963"/>
                  </a:lnTo>
                  <a:lnTo>
                    <a:pt x="27007" y="465116"/>
                  </a:lnTo>
                  <a:lnTo>
                    <a:pt x="15376" y="510623"/>
                  </a:lnTo>
                  <a:lnTo>
                    <a:pt x="6916" y="557357"/>
                  </a:lnTo>
                  <a:lnTo>
                    <a:pt x="1749" y="605191"/>
                  </a:lnTo>
                  <a:lnTo>
                    <a:pt x="0" y="654000"/>
                  </a:lnTo>
                  <a:lnTo>
                    <a:pt x="1749" y="702809"/>
                  </a:lnTo>
                  <a:lnTo>
                    <a:pt x="6916" y="750644"/>
                  </a:lnTo>
                  <a:lnTo>
                    <a:pt x="15376" y="797378"/>
                  </a:lnTo>
                  <a:lnTo>
                    <a:pt x="27007" y="842884"/>
                  </a:lnTo>
                  <a:lnTo>
                    <a:pt x="41684" y="887038"/>
                  </a:lnTo>
                  <a:lnTo>
                    <a:pt x="59285" y="929711"/>
                  </a:lnTo>
                  <a:lnTo>
                    <a:pt x="79687" y="970777"/>
                  </a:lnTo>
                  <a:lnTo>
                    <a:pt x="102765" y="1010111"/>
                  </a:lnTo>
                  <a:lnTo>
                    <a:pt x="128398" y="1047585"/>
                  </a:lnTo>
                  <a:lnTo>
                    <a:pt x="156460" y="1083073"/>
                  </a:lnTo>
                  <a:lnTo>
                    <a:pt x="186829" y="1116449"/>
                  </a:lnTo>
                  <a:lnTo>
                    <a:pt x="219382" y="1147586"/>
                  </a:lnTo>
                  <a:lnTo>
                    <a:pt x="253996" y="1176358"/>
                  </a:lnTo>
                  <a:lnTo>
                    <a:pt x="290546" y="1202638"/>
                  </a:lnTo>
                  <a:lnTo>
                    <a:pt x="328910" y="1226300"/>
                  </a:lnTo>
                  <a:lnTo>
                    <a:pt x="368964" y="1247217"/>
                  </a:lnTo>
                  <a:lnTo>
                    <a:pt x="410584" y="1265263"/>
                  </a:lnTo>
                  <a:lnTo>
                    <a:pt x="453649" y="1280312"/>
                  </a:lnTo>
                  <a:lnTo>
                    <a:pt x="498034" y="1292237"/>
                  </a:lnTo>
                  <a:lnTo>
                    <a:pt x="543615" y="1300911"/>
                  </a:lnTo>
                  <a:lnTo>
                    <a:pt x="590271" y="1306208"/>
                  </a:lnTo>
                  <a:lnTo>
                    <a:pt x="637876" y="1308002"/>
                  </a:lnTo>
                  <a:lnTo>
                    <a:pt x="685481" y="1306208"/>
                  </a:lnTo>
                  <a:lnTo>
                    <a:pt x="732137" y="1300911"/>
                  </a:lnTo>
                  <a:lnTo>
                    <a:pt x="777718" y="1292237"/>
                  </a:lnTo>
                  <a:lnTo>
                    <a:pt x="822103" y="1280312"/>
                  </a:lnTo>
                  <a:lnTo>
                    <a:pt x="865168" y="1265263"/>
                  </a:lnTo>
                  <a:lnTo>
                    <a:pt x="906789" y="1247217"/>
                  </a:lnTo>
                  <a:lnTo>
                    <a:pt x="946843" y="1226300"/>
                  </a:lnTo>
                  <a:lnTo>
                    <a:pt x="985206" y="1202638"/>
                  </a:lnTo>
                  <a:lnTo>
                    <a:pt x="1021757" y="1176358"/>
                  </a:lnTo>
                  <a:lnTo>
                    <a:pt x="1056370" y="1147586"/>
                  </a:lnTo>
                  <a:lnTo>
                    <a:pt x="1088923" y="1116449"/>
                  </a:lnTo>
                  <a:lnTo>
                    <a:pt x="1119292" y="1083073"/>
                  </a:lnTo>
                  <a:lnTo>
                    <a:pt x="1147355" y="1047585"/>
                  </a:lnTo>
                  <a:lnTo>
                    <a:pt x="1172987" y="1010111"/>
                  </a:lnTo>
                  <a:lnTo>
                    <a:pt x="1196065" y="970777"/>
                  </a:lnTo>
                  <a:lnTo>
                    <a:pt x="1216467" y="929711"/>
                  </a:lnTo>
                  <a:lnTo>
                    <a:pt x="1234068" y="887038"/>
                  </a:lnTo>
                  <a:lnTo>
                    <a:pt x="1248745" y="842884"/>
                  </a:lnTo>
                  <a:lnTo>
                    <a:pt x="1260376" y="797378"/>
                  </a:lnTo>
                  <a:lnTo>
                    <a:pt x="1268836" y="750644"/>
                  </a:lnTo>
                  <a:lnTo>
                    <a:pt x="1274003" y="702809"/>
                  </a:lnTo>
                  <a:lnTo>
                    <a:pt x="1275753" y="654000"/>
                  </a:lnTo>
                  <a:lnTo>
                    <a:pt x="1274003" y="605191"/>
                  </a:lnTo>
                  <a:lnTo>
                    <a:pt x="1268836" y="557357"/>
                  </a:lnTo>
                  <a:lnTo>
                    <a:pt x="1260376" y="510623"/>
                  </a:lnTo>
                  <a:lnTo>
                    <a:pt x="1248745" y="465116"/>
                  </a:lnTo>
                  <a:lnTo>
                    <a:pt x="1234068" y="420963"/>
                  </a:lnTo>
                  <a:lnTo>
                    <a:pt x="1216467" y="378290"/>
                  </a:lnTo>
                  <a:lnTo>
                    <a:pt x="1196065" y="337223"/>
                  </a:lnTo>
                  <a:lnTo>
                    <a:pt x="1172987" y="297890"/>
                  </a:lnTo>
                  <a:lnTo>
                    <a:pt x="1147355" y="260416"/>
                  </a:lnTo>
                  <a:lnTo>
                    <a:pt x="1119292" y="224928"/>
                  </a:lnTo>
                  <a:lnTo>
                    <a:pt x="1088923" y="191552"/>
                  </a:lnTo>
                  <a:lnTo>
                    <a:pt x="1056370" y="160415"/>
                  </a:lnTo>
                  <a:lnTo>
                    <a:pt x="1021757" y="131643"/>
                  </a:lnTo>
                  <a:lnTo>
                    <a:pt x="985206" y="105363"/>
                  </a:lnTo>
                  <a:lnTo>
                    <a:pt x="946843" y="81701"/>
                  </a:lnTo>
                  <a:lnTo>
                    <a:pt x="906789" y="60784"/>
                  </a:lnTo>
                  <a:lnTo>
                    <a:pt x="865168" y="42738"/>
                  </a:lnTo>
                  <a:lnTo>
                    <a:pt x="822103" y="27689"/>
                  </a:lnTo>
                  <a:lnTo>
                    <a:pt x="777718" y="15765"/>
                  </a:lnTo>
                  <a:lnTo>
                    <a:pt x="732137" y="7091"/>
                  </a:lnTo>
                  <a:lnTo>
                    <a:pt x="685481" y="1793"/>
                  </a:lnTo>
                  <a:lnTo>
                    <a:pt x="637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45262" y="4016180"/>
              <a:ext cx="150613" cy="154423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090637" y="4016180"/>
              <a:ext cx="150613" cy="15442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6819151" y="3430008"/>
              <a:ext cx="318135" cy="398780"/>
            </a:xfrm>
            <a:custGeom>
              <a:avLst/>
              <a:gdLst/>
              <a:ahLst/>
              <a:cxnLst/>
              <a:rect l="l" t="t" r="r" b="b"/>
              <a:pathLst>
                <a:path w="318134" h="398779">
                  <a:moveTo>
                    <a:pt x="43747" y="276518"/>
                  </a:moveTo>
                  <a:lnTo>
                    <a:pt x="43056" y="278557"/>
                  </a:lnTo>
                  <a:lnTo>
                    <a:pt x="42311" y="376660"/>
                  </a:lnTo>
                  <a:lnTo>
                    <a:pt x="82558" y="376660"/>
                  </a:lnTo>
                  <a:lnTo>
                    <a:pt x="81495" y="278557"/>
                  </a:lnTo>
                  <a:lnTo>
                    <a:pt x="81483" y="277440"/>
                  </a:lnTo>
                  <a:lnTo>
                    <a:pt x="58078" y="277440"/>
                  </a:lnTo>
                  <a:lnTo>
                    <a:pt x="43747" y="276518"/>
                  </a:lnTo>
                  <a:close/>
                </a:path>
                <a:path w="318134" h="398779">
                  <a:moveTo>
                    <a:pt x="74825" y="277242"/>
                  </a:moveTo>
                  <a:lnTo>
                    <a:pt x="65850" y="277440"/>
                  </a:lnTo>
                  <a:lnTo>
                    <a:pt x="81483" y="277440"/>
                  </a:lnTo>
                  <a:lnTo>
                    <a:pt x="74825" y="277242"/>
                  </a:lnTo>
                  <a:close/>
                </a:path>
                <a:path w="318134" h="398779">
                  <a:moveTo>
                    <a:pt x="257015" y="276927"/>
                  </a:moveTo>
                  <a:lnTo>
                    <a:pt x="244076" y="277187"/>
                  </a:lnTo>
                  <a:lnTo>
                    <a:pt x="236217" y="277440"/>
                  </a:lnTo>
                  <a:lnTo>
                    <a:pt x="235411" y="376660"/>
                  </a:lnTo>
                  <a:lnTo>
                    <a:pt x="275979" y="376660"/>
                  </a:lnTo>
                  <a:lnTo>
                    <a:pt x="275623" y="319567"/>
                  </a:lnTo>
                  <a:lnTo>
                    <a:pt x="274600" y="278247"/>
                  </a:lnTo>
                  <a:lnTo>
                    <a:pt x="269455" y="277187"/>
                  </a:lnTo>
                  <a:lnTo>
                    <a:pt x="272979" y="277187"/>
                  </a:lnTo>
                  <a:lnTo>
                    <a:pt x="257015" y="276927"/>
                  </a:lnTo>
                  <a:close/>
                </a:path>
                <a:path w="318134" h="398779">
                  <a:moveTo>
                    <a:pt x="212408" y="277473"/>
                  </a:moveTo>
                  <a:lnTo>
                    <a:pt x="173902" y="277473"/>
                  </a:lnTo>
                  <a:lnTo>
                    <a:pt x="173099" y="376660"/>
                  </a:lnTo>
                  <a:lnTo>
                    <a:pt x="213469" y="376660"/>
                  </a:lnTo>
                  <a:lnTo>
                    <a:pt x="212408" y="277473"/>
                  </a:lnTo>
                  <a:close/>
                </a:path>
                <a:path w="318134" h="398779">
                  <a:moveTo>
                    <a:pt x="145009" y="277419"/>
                  </a:moveTo>
                  <a:lnTo>
                    <a:pt x="108886" y="277419"/>
                  </a:lnTo>
                  <a:lnTo>
                    <a:pt x="108317" y="283028"/>
                  </a:lnTo>
                  <a:lnTo>
                    <a:pt x="108277" y="306560"/>
                  </a:lnTo>
                  <a:lnTo>
                    <a:pt x="107812" y="366180"/>
                  </a:lnTo>
                  <a:lnTo>
                    <a:pt x="107730" y="376660"/>
                  </a:lnTo>
                  <a:lnTo>
                    <a:pt x="148040" y="376660"/>
                  </a:lnTo>
                  <a:lnTo>
                    <a:pt x="147951" y="366180"/>
                  </a:lnTo>
                  <a:lnTo>
                    <a:pt x="147840" y="345227"/>
                  </a:lnTo>
                  <a:lnTo>
                    <a:pt x="147781" y="334774"/>
                  </a:lnTo>
                  <a:lnTo>
                    <a:pt x="147555" y="306560"/>
                  </a:lnTo>
                  <a:lnTo>
                    <a:pt x="147431" y="291113"/>
                  </a:lnTo>
                  <a:lnTo>
                    <a:pt x="147380" y="280346"/>
                  </a:lnTo>
                  <a:lnTo>
                    <a:pt x="147215" y="278257"/>
                  </a:lnTo>
                  <a:lnTo>
                    <a:pt x="147589" y="277750"/>
                  </a:lnTo>
                  <a:lnTo>
                    <a:pt x="145009" y="277419"/>
                  </a:lnTo>
                  <a:close/>
                </a:path>
                <a:path w="318134" h="398779">
                  <a:moveTo>
                    <a:pt x="38830" y="209235"/>
                  </a:moveTo>
                  <a:lnTo>
                    <a:pt x="9605" y="227468"/>
                  </a:lnTo>
                  <a:lnTo>
                    <a:pt x="7395" y="228797"/>
                  </a:lnTo>
                  <a:lnTo>
                    <a:pt x="1447" y="232562"/>
                  </a:lnTo>
                  <a:lnTo>
                    <a:pt x="201" y="233816"/>
                  </a:lnTo>
                  <a:lnTo>
                    <a:pt x="113797" y="234021"/>
                  </a:lnTo>
                  <a:lnTo>
                    <a:pt x="74224" y="234021"/>
                  </a:lnTo>
                  <a:lnTo>
                    <a:pt x="64404" y="229626"/>
                  </a:lnTo>
                  <a:lnTo>
                    <a:pt x="55901" y="225363"/>
                  </a:lnTo>
                  <a:lnTo>
                    <a:pt x="55274" y="224949"/>
                  </a:lnTo>
                  <a:lnTo>
                    <a:pt x="47346" y="219052"/>
                  </a:lnTo>
                  <a:lnTo>
                    <a:pt x="38830" y="209235"/>
                  </a:lnTo>
                  <a:close/>
                </a:path>
                <a:path w="318134" h="398779">
                  <a:moveTo>
                    <a:pt x="158136" y="132821"/>
                  </a:moveTo>
                  <a:lnTo>
                    <a:pt x="157455" y="135376"/>
                  </a:lnTo>
                  <a:lnTo>
                    <a:pt x="158667" y="139952"/>
                  </a:lnTo>
                  <a:lnTo>
                    <a:pt x="160078" y="144301"/>
                  </a:lnTo>
                  <a:lnTo>
                    <a:pt x="161453" y="149385"/>
                  </a:lnTo>
                  <a:lnTo>
                    <a:pt x="160906" y="151253"/>
                  </a:lnTo>
                  <a:lnTo>
                    <a:pt x="160807" y="151591"/>
                  </a:lnTo>
                  <a:lnTo>
                    <a:pt x="160736" y="151832"/>
                  </a:lnTo>
                  <a:lnTo>
                    <a:pt x="269859" y="221281"/>
                  </a:lnTo>
                  <a:lnTo>
                    <a:pt x="270483" y="221705"/>
                  </a:lnTo>
                  <a:lnTo>
                    <a:pt x="271757" y="222835"/>
                  </a:lnTo>
                  <a:lnTo>
                    <a:pt x="272378" y="223620"/>
                  </a:lnTo>
                  <a:lnTo>
                    <a:pt x="141416" y="223620"/>
                  </a:lnTo>
                  <a:lnTo>
                    <a:pt x="140376" y="224815"/>
                  </a:lnTo>
                  <a:lnTo>
                    <a:pt x="140260" y="224949"/>
                  </a:lnTo>
                  <a:lnTo>
                    <a:pt x="130190" y="229938"/>
                  </a:lnTo>
                  <a:lnTo>
                    <a:pt x="123671" y="231885"/>
                  </a:lnTo>
                  <a:lnTo>
                    <a:pt x="116426" y="233816"/>
                  </a:lnTo>
                  <a:lnTo>
                    <a:pt x="166892" y="234021"/>
                  </a:lnTo>
                  <a:lnTo>
                    <a:pt x="317903" y="234021"/>
                  </a:lnTo>
                  <a:lnTo>
                    <a:pt x="294366" y="218275"/>
                  </a:lnTo>
                  <a:lnTo>
                    <a:pt x="194089" y="154975"/>
                  </a:lnTo>
                  <a:lnTo>
                    <a:pt x="162403" y="134539"/>
                  </a:lnTo>
                  <a:lnTo>
                    <a:pt x="158136" y="132821"/>
                  </a:lnTo>
                  <a:close/>
                </a:path>
                <a:path w="318134" h="398779">
                  <a:moveTo>
                    <a:pt x="142383" y="122561"/>
                  </a:moveTo>
                  <a:lnTo>
                    <a:pt x="132185" y="127835"/>
                  </a:lnTo>
                  <a:lnTo>
                    <a:pt x="125240" y="130340"/>
                  </a:lnTo>
                  <a:lnTo>
                    <a:pt x="117390" y="131336"/>
                  </a:lnTo>
                  <a:lnTo>
                    <a:pt x="104476" y="132086"/>
                  </a:lnTo>
                  <a:lnTo>
                    <a:pt x="81688" y="133746"/>
                  </a:lnTo>
                  <a:lnTo>
                    <a:pt x="70052" y="134333"/>
                  </a:lnTo>
                  <a:lnTo>
                    <a:pt x="58994" y="134333"/>
                  </a:lnTo>
                  <a:lnTo>
                    <a:pt x="54052" y="144301"/>
                  </a:lnTo>
                  <a:lnTo>
                    <a:pt x="46879" y="159478"/>
                  </a:lnTo>
                  <a:lnTo>
                    <a:pt x="42132" y="178223"/>
                  </a:lnTo>
                  <a:lnTo>
                    <a:pt x="44697" y="198417"/>
                  </a:lnTo>
                  <a:lnTo>
                    <a:pt x="54055" y="211820"/>
                  </a:lnTo>
                  <a:lnTo>
                    <a:pt x="68249" y="220459"/>
                  </a:lnTo>
                  <a:lnTo>
                    <a:pt x="84959" y="224815"/>
                  </a:lnTo>
                  <a:lnTo>
                    <a:pt x="101865" y="225363"/>
                  </a:lnTo>
                  <a:lnTo>
                    <a:pt x="119358" y="222399"/>
                  </a:lnTo>
                  <a:lnTo>
                    <a:pt x="134944" y="216106"/>
                  </a:lnTo>
                  <a:lnTo>
                    <a:pt x="138249" y="213450"/>
                  </a:lnTo>
                  <a:lnTo>
                    <a:pt x="105354" y="213450"/>
                  </a:lnTo>
                  <a:lnTo>
                    <a:pt x="97758" y="211820"/>
                  </a:lnTo>
                  <a:lnTo>
                    <a:pt x="97421" y="211820"/>
                  </a:lnTo>
                  <a:lnTo>
                    <a:pt x="97369" y="205365"/>
                  </a:lnTo>
                  <a:lnTo>
                    <a:pt x="94755" y="205026"/>
                  </a:lnTo>
                  <a:lnTo>
                    <a:pt x="92499" y="204871"/>
                  </a:lnTo>
                  <a:lnTo>
                    <a:pt x="87466" y="203464"/>
                  </a:lnTo>
                  <a:lnTo>
                    <a:pt x="85904" y="202672"/>
                  </a:lnTo>
                  <a:lnTo>
                    <a:pt x="83718" y="201700"/>
                  </a:lnTo>
                  <a:lnTo>
                    <a:pt x="86029" y="192063"/>
                  </a:lnTo>
                  <a:lnTo>
                    <a:pt x="86104" y="191750"/>
                  </a:lnTo>
                  <a:lnTo>
                    <a:pt x="107251" y="191750"/>
                  </a:lnTo>
                  <a:lnTo>
                    <a:pt x="108501" y="190148"/>
                  </a:lnTo>
                  <a:lnTo>
                    <a:pt x="107111" y="186893"/>
                  </a:lnTo>
                  <a:lnTo>
                    <a:pt x="103576" y="184870"/>
                  </a:lnTo>
                  <a:lnTo>
                    <a:pt x="97671" y="182303"/>
                  </a:lnTo>
                  <a:lnTo>
                    <a:pt x="90837" y="178976"/>
                  </a:lnTo>
                  <a:lnTo>
                    <a:pt x="85571" y="173546"/>
                  </a:lnTo>
                  <a:lnTo>
                    <a:pt x="84373" y="164674"/>
                  </a:lnTo>
                  <a:lnTo>
                    <a:pt x="84886" y="161290"/>
                  </a:lnTo>
                  <a:lnTo>
                    <a:pt x="84978" y="160685"/>
                  </a:lnTo>
                  <a:lnTo>
                    <a:pt x="87087" y="157705"/>
                  </a:lnTo>
                  <a:lnTo>
                    <a:pt x="92660" y="152809"/>
                  </a:lnTo>
                  <a:lnTo>
                    <a:pt x="95560" y="152809"/>
                  </a:lnTo>
                  <a:lnTo>
                    <a:pt x="97756" y="151832"/>
                  </a:lnTo>
                  <a:lnTo>
                    <a:pt x="97779" y="143787"/>
                  </a:lnTo>
                  <a:lnTo>
                    <a:pt x="149122" y="143787"/>
                  </a:lnTo>
                  <a:lnTo>
                    <a:pt x="147604" y="138078"/>
                  </a:lnTo>
                  <a:lnTo>
                    <a:pt x="142383" y="122561"/>
                  </a:lnTo>
                  <a:close/>
                </a:path>
                <a:path w="318134" h="398779">
                  <a:moveTo>
                    <a:pt x="102635" y="160685"/>
                  </a:moveTo>
                  <a:lnTo>
                    <a:pt x="100776" y="160685"/>
                  </a:lnTo>
                  <a:lnTo>
                    <a:pt x="97157" y="161290"/>
                  </a:lnTo>
                  <a:lnTo>
                    <a:pt x="96088" y="168238"/>
                  </a:lnTo>
                  <a:lnTo>
                    <a:pt x="96059" y="168432"/>
                  </a:lnTo>
                  <a:lnTo>
                    <a:pt x="100340" y="170426"/>
                  </a:lnTo>
                  <a:lnTo>
                    <a:pt x="108677" y="173929"/>
                  </a:lnTo>
                  <a:lnTo>
                    <a:pt x="114949" y="175748"/>
                  </a:lnTo>
                  <a:lnTo>
                    <a:pt x="119660" y="184707"/>
                  </a:lnTo>
                  <a:lnTo>
                    <a:pt x="119834" y="186893"/>
                  </a:lnTo>
                  <a:lnTo>
                    <a:pt x="119875" y="187419"/>
                  </a:lnTo>
                  <a:lnTo>
                    <a:pt x="119977" y="188700"/>
                  </a:lnTo>
                  <a:lnTo>
                    <a:pt x="120021" y="189251"/>
                  </a:lnTo>
                  <a:lnTo>
                    <a:pt x="117688" y="199039"/>
                  </a:lnTo>
                  <a:lnTo>
                    <a:pt x="112094" y="203698"/>
                  </a:lnTo>
                  <a:lnTo>
                    <a:pt x="105408" y="204608"/>
                  </a:lnTo>
                  <a:lnTo>
                    <a:pt x="105354" y="213450"/>
                  </a:lnTo>
                  <a:lnTo>
                    <a:pt x="138249" y="213450"/>
                  </a:lnTo>
                  <a:lnTo>
                    <a:pt x="146996" y="206422"/>
                  </a:lnTo>
                  <a:lnTo>
                    <a:pt x="153885" y="193286"/>
                  </a:lnTo>
                  <a:lnTo>
                    <a:pt x="154999" y="178976"/>
                  </a:lnTo>
                  <a:lnTo>
                    <a:pt x="155058" y="178223"/>
                  </a:lnTo>
                  <a:lnTo>
                    <a:pt x="155132" y="177274"/>
                  </a:lnTo>
                  <a:lnTo>
                    <a:pt x="155251" y="175748"/>
                  </a:lnTo>
                  <a:lnTo>
                    <a:pt x="153535" y="163684"/>
                  </a:lnTo>
                  <a:lnTo>
                    <a:pt x="114919" y="163684"/>
                  </a:lnTo>
                  <a:lnTo>
                    <a:pt x="111384" y="162330"/>
                  </a:lnTo>
                  <a:lnTo>
                    <a:pt x="109400" y="161121"/>
                  </a:lnTo>
                  <a:lnTo>
                    <a:pt x="102635" y="160685"/>
                  </a:lnTo>
                  <a:close/>
                </a:path>
                <a:path w="318134" h="398779">
                  <a:moveTo>
                    <a:pt x="164764" y="167112"/>
                  </a:moveTo>
                  <a:lnTo>
                    <a:pt x="164821" y="189251"/>
                  </a:lnTo>
                  <a:lnTo>
                    <a:pt x="162436" y="200547"/>
                  </a:lnTo>
                  <a:lnTo>
                    <a:pt x="155530" y="213101"/>
                  </a:lnTo>
                  <a:lnTo>
                    <a:pt x="236862" y="213101"/>
                  </a:lnTo>
                  <a:lnTo>
                    <a:pt x="235755" y="211820"/>
                  </a:lnTo>
                  <a:lnTo>
                    <a:pt x="231830" y="209235"/>
                  </a:lnTo>
                  <a:lnTo>
                    <a:pt x="222102" y="203021"/>
                  </a:lnTo>
                  <a:lnTo>
                    <a:pt x="219240" y="201361"/>
                  </a:lnTo>
                  <a:lnTo>
                    <a:pt x="210764" y="196185"/>
                  </a:lnTo>
                  <a:lnTo>
                    <a:pt x="192036" y="183987"/>
                  </a:lnTo>
                  <a:lnTo>
                    <a:pt x="183395" y="178458"/>
                  </a:lnTo>
                  <a:lnTo>
                    <a:pt x="179787" y="176212"/>
                  </a:lnTo>
                  <a:lnTo>
                    <a:pt x="168314" y="168238"/>
                  </a:lnTo>
                  <a:lnTo>
                    <a:pt x="164764" y="167112"/>
                  </a:lnTo>
                  <a:close/>
                </a:path>
                <a:path w="318134" h="398779">
                  <a:moveTo>
                    <a:pt x="107251" y="191750"/>
                  </a:moveTo>
                  <a:lnTo>
                    <a:pt x="86104" y="191750"/>
                  </a:lnTo>
                  <a:lnTo>
                    <a:pt x="87254" y="192063"/>
                  </a:lnTo>
                  <a:lnTo>
                    <a:pt x="89300" y="193286"/>
                  </a:lnTo>
                  <a:lnTo>
                    <a:pt x="95335" y="195458"/>
                  </a:lnTo>
                  <a:lnTo>
                    <a:pt x="103428" y="196649"/>
                  </a:lnTo>
                  <a:lnTo>
                    <a:pt x="107251" y="191750"/>
                  </a:lnTo>
                  <a:close/>
                </a:path>
                <a:path w="318134" h="398779">
                  <a:moveTo>
                    <a:pt x="149122" y="143787"/>
                  </a:moveTo>
                  <a:lnTo>
                    <a:pt x="97779" y="143787"/>
                  </a:lnTo>
                  <a:lnTo>
                    <a:pt x="105699" y="145817"/>
                  </a:lnTo>
                  <a:lnTo>
                    <a:pt x="105681" y="151253"/>
                  </a:lnTo>
                  <a:lnTo>
                    <a:pt x="107901" y="151591"/>
                  </a:lnTo>
                  <a:lnTo>
                    <a:pt x="109757" y="151591"/>
                  </a:lnTo>
                  <a:lnTo>
                    <a:pt x="114034" y="152642"/>
                  </a:lnTo>
                  <a:lnTo>
                    <a:pt x="115675" y="153539"/>
                  </a:lnTo>
                  <a:lnTo>
                    <a:pt x="117382" y="154000"/>
                  </a:lnTo>
                  <a:lnTo>
                    <a:pt x="117321" y="154594"/>
                  </a:lnTo>
                  <a:lnTo>
                    <a:pt x="115589" y="162330"/>
                  </a:lnTo>
                  <a:lnTo>
                    <a:pt x="115516" y="162654"/>
                  </a:lnTo>
                  <a:lnTo>
                    <a:pt x="114919" y="163684"/>
                  </a:lnTo>
                  <a:lnTo>
                    <a:pt x="153535" y="163684"/>
                  </a:lnTo>
                  <a:lnTo>
                    <a:pt x="152525" y="156576"/>
                  </a:lnTo>
                  <a:lnTo>
                    <a:pt x="149122" y="143787"/>
                  </a:lnTo>
                  <a:close/>
                </a:path>
                <a:path w="318134" h="398779">
                  <a:moveTo>
                    <a:pt x="95560" y="152809"/>
                  </a:moveTo>
                  <a:lnTo>
                    <a:pt x="92660" y="152809"/>
                  </a:lnTo>
                  <a:lnTo>
                    <a:pt x="95026" y="153046"/>
                  </a:lnTo>
                  <a:lnTo>
                    <a:pt x="95560" y="152809"/>
                  </a:lnTo>
                  <a:close/>
                </a:path>
                <a:path w="318134" h="398779">
                  <a:moveTo>
                    <a:pt x="45346" y="54838"/>
                  </a:moveTo>
                  <a:lnTo>
                    <a:pt x="162" y="54838"/>
                  </a:lnTo>
                  <a:lnTo>
                    <a:pt x="118" y="75285"/>
                  </a:lnTo>
                  <a:lnTo>
                    <a:pt x="0" y="129808"/>
                  </a:lnTo>
                  <a:lnTo>
                    <a:pt x="45234" y="129808"/>
                  </a:lnTo>
                  <a:lnTo>
                    <a:pt x="45355" y="122561"/>
                  </a:lnTo>
                  <a:lnTo>
                    <a:pt x="45409" y="119353"/>
                  </a:lnTo>
                  <a:lnTo>
                    <a:pt x="10407" y="119353"/>
                  </a:lnTo>
                  <a:lnTo>
                    <a:pt x="10389" y="65278"/>
                  </a:lnTo>
                  <a:lnTo>
                    <a:pt x="149788" y="65278"/>
                  </a:lnTo>
                  <a:lnTo>
                    <a:pt x="149867" y="63614"/>
                  </a:lnTo>
                  <a:lnTo>
                    <a:pt x="121406" y="63614"/>
                  </a:lnTo>
                  <a:lnTo>
                    <a:pt x="121390" y="62117"/>
                  </a:lnTo>
                  <a:lnTo>
                    <a:pt x="45339" y="62117"/>
                  </a:lnTo>
                  <a:lnTo>
                    <a:pt x="45346" y="54838"/>
                  </a:lnTo>
                  <a:close/>
                </a:path>
                <a:path w="318134" h="398779">
                  <a:moveTo>
                    <a:pt x="126810" y="119084"/>
                  </a:moveTo>
                  <a:lnTo>
                    <a:pt x="45413" y="119084"/>
                  </a:lnTo>
                  <a:lnTo>
                    <a:pt x="49039" y="119893"/>
                  </a:lnTo>
                  <a:lnTo>
                    <a:pt x="52263" y="122561"/>
                  </a:lnTo>
                  <a:lnTo>
                    <a:pt x="52432" y="122561"/>
                  </a:lnTo>
                  <a:lnTo>
                    <a:pt x="63281" y="124674"/>
                  </a:lnTo>
                  <a:lnTo>
                    <a:pt x="68267" y="124015"/>
                  </a:lnTo>
                  <a:lnTo>
                    <a:pt x="105167" y="121686"/>
                  </a:lnTo>
                  <a:lnTo>
                    <a:pt x="112800" y="121290"/>
                  </a:lnTo>
                  <a:lnTo>
                    <a:pt x="119859" y="120683"/>
                  </a:lnTo>
                  <a:lnTo>
                    <a:pt x="125925" y="119353"/>
                  </a:lnTo>
                  <a:lnTo>
                    <a:pt x="126226" y="119353"/>
                  </a:lnTo>
                  <a:lnTo>
                    <a:pt x="126810" y="119084"/>
                  </a:lnTo>
                  <a:close/>
                </a:path>
                <a:path w="318134" h="398779">
                  <a:moveTo>
                    <a:pt x="149788" y="65278"/>
                  </a:moveTo>
                  <a:lnTo>
                    <a:pt x="35049" y="65278"/>
                  </a:lnTo>
                  <a:lnTo>
                    <a:pt x="35017" y="119353"/>
                  </a:lnTo>
                  <a:lnTo>
                    <a:pt x="45409" y="119353"/>
                  </a:lnTo>
                  <a:lnTo>
                    <a:pt x="45413" y="119084"/>
                  </a:lnTo>
                  <a:lnTo>
                    <a:pt x="126810" y="119084"/>
                  </a:lnTo>
                  <a:lnTo>
                    <a:pt x="132876" y="116290"/>
                  </a:lnTo>
                  <a:lnTo>
                    <a:pt x="138244" y="112974"/>
                  </a:lnTo>
                  <a:lnTo>
                    <a:pt x="146390" y="105184"/>
                  </a:lnTo>
                  <a:lnTo>
                    <a:pt x="147618" y="97174"/>
                  </a:lnTo>
                  <a:lnTo>
                    <a:pt x="122282" y="97174"/>
                  </a:lnTo>
                  <a:lnTo>
                    <a:pt x="122205" y="92058"/>
                  </a:lnTo>
                  <a:lnTo>
                    <a:pt x="148695" y="92058"/>
                  </a:lnTo>
                  <a:lnTo>
                    <a:pt x="149782" y="88577"/>
                  </a:lnTo>
                  <a:lnTo>
                    <a:pt x="149637" y="84235"/>
                  </a:lnTo>
                  <a:lnTo>
                    <a:pt x="149245" y="80660"/>
                  </a:lnTo>
                  <a:lnTo>
                    <a:pt x="122201" y="80452"/>
                  </a:lnTo>
                  <a:lnTo>
                    <a:pt x="122217" y="75285"/>
                  </a:lnTo>
                  <a:lnTo>
                    <a:pt x="149313" y="75285"/>
                  </a:lnTo>
                  <a:lnTo>
                    <a:pt x="149788" y="65278"/>
                  </a:lnTo>
                  <a:close/>
                </a:path>
                <a:path w="318134" h="398779">
                  <a:moveTo>
                    <a:pt x="149987" y="61087"/>
                  </a:moveTo>
                  <a:lnTo>
                    <a:pt x="149411" y="63614"/>
                  </a:lnTo>
                  <a:lnTo>
                    <a:pt x="149867" y="63614"/>
                  </a:lnTo>
                  <a:lnTo>
                    <a:pt x="149987" y="61087"/>
                  </a:lnTo>
                  <a:close/>
                </a:path>
                <a:path w="318134" h="398779">
                  <a:moveTo>
                    <a:pt x="112715" y="37753"/>
                  </a:moveTo>
                  <a:lnTo>
                    <a:pt x="102911" y="37753"/>
                  </a:lnTo>
                  <a:lnTo>
                    <a:pt x="94510" y="38097"/>
                  </a:lnTo>
                  <a:lnTo>
                    <a:pt x="77212" y="42285"/>
                  </a:lnTo>
                  <a:lnTo>
                    <a:pt x="66347" y="50323"/>
                  </a:lnTo>
                  <a:lnTo>
                    <a:pt x="57271" y="58253"/>
                  </a:lnTo>
                  <a:lnTo>
                    <a:pt x="45339" y="62117"/>
                  </a:lnTo>
                  <a:lnTo>
                    <a:pt x="121390" y="62117"/>
                  </a:lnTo>
                  <a:lnTo>
                    <a:pt x="121349" y="58445"/>
                  </a:lnTo>
                  <a:lnTo>
                    <a:pt x="146221" y="58445"/>
                  </a:lnTo>
                  <a:lnTo>
                    <a:pt x="145660" y="51703"/>
                  </a:lnTo>
                  <a:lnTo>
                    <a:pt x="136127" y="43599"/>
                  </a:lnTo>
                  <a:lnTo>
                    <a:pt x="128574" y="40413"/>
                  </a:lnTo>
                  <a:lnTo>
                    <a:pt x="120978" y="38426"/>
                  </a:lnTo>
                  <a:lnTo>
                    <a:pt x="112715" y="37753"/>
                  </a:lnTo>
                  <a:close/>
                </a:path>
                <a:path w="318134" h="398779">
                  <a:moveTo>
                    <a:pt x="317141" y="384331"/>
                  </a:moveTo>
                  <a:lnTo>
                    <a:pt x="219" y="384515"/>
                  </a:lnTo>
                  <a:lnTo>
                    <a:pt x="313" y="398714"/>
                  </a:lnTo>
                  <a:lnTo>
                    <a:pt x="317117" y="398714"/>
                  </a:lnTo>
                  <a:lnTo>
                    <a:pt x="317141" y="384331"/>
                  </a:lnTo>
                  <a:close/>
                </a:path>
                <a:path w="318134" h="398779">
                  <a:moveTo>
                    <a:pt x="221904" y="243560"/>
                  </a:moveTo>
                  <a:lnTo>
                    <a:pt x="164585" y="243780"/>
                  </a:lnTo>
                  <a:lnTo>
                    <a:pt x="164564" y="267047"/>
                  </a:lnTo>
                  <a:lnTo>
                    <a:pt x="222016" y="266871"/>
                  </a:lnTo>
                  <a:lnTo>
                    <a:pt x="221904" y="243560"/>
                  </a:lnTo>
                  <a:close/>
                </a:path>
                <a:path w="318134" h="398779">
                  <a:moveTo>
                    <a:pt x="88888" y="243572"/>
                  </a:moveTo>
                  <a:lnTo>
                    <a:pt x="33693" y="243766"/>
                  </a:lnTo>
                  <a:lnTo>
                    <a:pt x="33667" y="266756"/>
                  </a:lnTo>
                  <a:lnTo>
                    <a:pt x="34836" y="266756"/>
                  </a:lnTo>
                  <a:lnTo>
                    <a:pt x="43734" y="267143"/>
                  </a:lnTo>
                  <a:lnTo>
                    <a:pt x="79257" y="267143"/>
                  </a:lnTo>
                  <a:lnTo>
                    <a:pt x="88992" y="266756"/>
                  </a:lnTo>
                  <a:lnTo>
                    <a:pt x="88888" y="243572"/>
                  </a:lnTo>
                  <a:close/>
                </a:path>
                <a:path w="318134" h="398779">
                  <a:moveTo>
                    <a:pt x="154174" y="243554"/>
                  </a:moveTo>
                  <a:lnTo>
                    <a:pt x="99292" y="243715"/>
                  </a:lnTo>
                  <a:lnTo>
                    <a:pt x="99270" y="267054"/>
                  </a:lnTo>
                  <a:lnTo>
                    <a:pt x="154404" y="267054"/>
                  </a:lnTo>
                  <a:lnTo>
                    <a:pt x="154175" y="243715"/>
                  </a:lnTo>
                  <a:lnTo>
                    <a:pt x="154174" y="243554"/>
                  </a:lnTo>
                  <a:close/>
                </a:path>
                <a:path w="318134" h="398779">
                  <a:moveTo>
                    <a:pt x="284239" y="243694"/>
                  </a:moveTo>
                  <a:lnTo>
                    <a:pt x="232316" y="243694"/>
                  </a:lnTo>
                  <a:lnTo>
                    <a:pt x="232247" y="267062"/>
                  </a:lnTo>
                  <a:lnTo>
                    <a:pt x="284331" y="266727"/>
                  </a:lnTo>
                  <a:lnTo>
                    <a:pt x="284239" y="243694"/>
                  </a:lnTo>
                  <a:close/>
                </a:path>
                <a:path w="318134" h="398779">
                  <a:moveTo>
                    <a:pt x="71485" y="2634"/>
                  </a:moveTo>
                  <a:lnTo>
                    <a:pt x="74289" y="17859"/>
                  </a:lnTo>
                  <a:lnTo>
                    <a:pt x="75747" y="24854"/>
                  </a:lnTo>
                  <a:lnTo>
                    <a:pt x="76342" y="30851"/>
                  </a:lnTo>
                  <a:lnTo>
                    <a:pt x="84805" y="28745"/>
                  </a:lnTo>
                  <a:lnTo>
                    <a:pt x="86824" y="27939"/>
                  </a:lnTo>
                  <a:lnTo>
                    <a:pt x="104015" y="27460"/>
                  </a:lnTo>
                  <a:lnTo>
                    <a:pt x="118958" y="27460"/>
                  </a:lnTo>
                  <a:lnTo>
                    <a:pt x="120500" y="9272"/>
                  </a:lnTo>
                  <a:lnTo>
                    <a:pt x="77598" y="9272"/>
                  </a:lnTo>
                  <a:lnTo>
                    <a:pt x="71485" y="2634"/>
                  </a:lnTo>
                  <a:close/>
                </a:path>
                <a:path w="318134" h="398779">
                  <a:moveTo>
                    <a:pt x="118958" y="27460"/>
                  </a:moveTo>
                  <a:lnTo>
                    <a:pt x="112052" y="27460"/>
                  </a:lnTo>
                  <a:lnTo>
                    <a:pt x="118944" y="27622"/>
                  </a:lnTo>
                  <a:lnTo>
                    <a:pt x="118958" y="27460"/>
                  </a:lnTo>
                  <a:close/>
                </a:path>
                <a:path w="318134" h="398779">
                  <a:moveTo>
                    <a:pt x="109972" y="0"/>
                  </a:moveTo>
                  <a:lnTo>
                    <a:pt x="101982" y="2443"/>
                  </a:lnTo>
                  <a:lnTo>
                    <a:pt x="94940" y="5795"/>
                  </a:lnTo>
                  <a:lnTo>
                    <a:pt x="86497" y="8161"/>
                  </a:lnTo>
                  <a:lnTo>
                    <a:pt x="77598" y="9272"/>
                  </a:lnTo>
                  <a:lnTo>
                    <a:pt x="120500" y="9272"/>
                  </a:lnTo>
                  <a:lnTo>
                    <a:pt x="121255" y="359"/>
                  </a:lnTo>
                  <a:lnTo>
                    <a:pt x="109972" y="0"/>
                  </a:lnTo>
                  <a:close/>
                </a:path>
                <a:path w="318134" h="398779">
                  <a:moveTo>
                    <a:pt x="143805" y="17786"/>
                  </a:moveTo>
                  <a:lnTo>
                    <a:pt x="130072" y="17786"/>
                  </a:lnTo>
                  <a:lnTo>
                    <a:pt x="129244" y="29595"/>
                  </a:lnTo>
                  <a:lnTo>
                    <a:pt x="134820" y="32003"/>
                  </a:lnTo>
                  <a:lnTo>
                    <a:pt x="135648" y="32889"/>
                  </a:lnTo>
                  <a:lnTo>
                    <a:pt x="141278" y="26084"/>
                  </a:lnTo>
                  <a:lnTo>
                    <a:pt x="143507" y="22572"/>
                  </a:lnTo>
                  <a:lnTo>
                    <a:pt x="143805" y="17786"/>
                  </a:lnTo>
                  <a:close/>
                </a:path>
              </a:pathLst>
            </a:custGeom>
            <a:solidFill>
              <a:srgbClr val="0093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6114021" y="3225509"/>
            <a:ext cx="1658620" cy="1451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1430" algn="ctr">
              <a:lnSpc>
                <a:spcPts val="1355"/>
              </a:lnSpc>
            </a:pPr>
            <a:r>
              <a:rPr sz="1200" spc="-10" dirty="0">
                <a:solidFill>
                  <a:srgbClr val="16387F"/>
                </a:solidFill>
                <a:latin typeface="Tahoma"/>
                <a:cs typeface="Tahoma"/>
              </a:rPr>
              <a:t>Ажратиладиган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ts val="1355"/>
              </a:lnSpc>
            </a:pPr>
            <a:r>
              <a:rPr sz="1200" b="1" spc="-10" dirty="0">
                <a:solidFill>
                  <a:srgbClr val="16387F"/>
                </a:solidFill>
                <a:latin typeface="Tahoma"/>
                <a:cs typeface="Tahoma"/>
              </a:rPr>
              <a:t>кредитлар</a:t>
            </a:r>
            <a:endParaRPr sz="1200" dirty="0">
              <a:latin typeface="Tahoma"/>
              <a:cs typeface="Tahoma"/>
            </a:endParaRPr>
          </a:p>
          <a:p>
            <a:pPr marR="30480" lvl="1" algn="ctr">
              <a:lnSpc>
                <a:spcPts val="2295"/>
              </a:lnSpc>
              <a:spcBef>
                <a:spcPts val="29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ahoma"/>
                <a:cs typeface="Tahoma"/>
              </a:rPr>
              <a:t>190,7,0</a:t>
            </a:r>
            <a:endParaRPr sz="2000" b="1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065" algn="ctr">
              <a:lnSpc>
                <a:spcPts val="975"/>
              </a:lnSpc>
            </a:pPr>
            <a:r>
              <a:rPr sz="900" dirty="0">
                <a:solidFill>
                  <a:srgbClr val="16387F"/>
                </a:solidFill>
                <a:latin typeface="Tahoma"/>
                <a:cs typeface="Tahoma"/>
              </a:rPr>
              <a:t>млн.</a:t>
            </a:r>
            <a:r>
              <a:rPr sz="900" spc="-6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16387F"/>
                </a:solidFill>
                <a:latin typeface="Tahoma"/>
                <a:cs typeface="Tahoma"/>
              </a:rPr>
              <a:t>сўм</a:t>
            </a:r>
            <a:endParaRPr sz="900" dirty="0">
              <a:latin typeface="Tahoma"/>
              <a:cs typeface="Tahom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419458" y="3519939"/>
            <a:ext cx="16543655" cy="1860550"/>
            <a:chOff x="419458" y="3519939"/>
            <a:chExt cx="16543655" cy="1860550"/>
          </a:xfrm>
        </p:grpSpPr>
        <p:sp>
          <p:nvSpPr>
            <p:cNvPr id="187" name="object 187"/>
            <p:cNvSpPr/>
            <p:nvPr/>
          </p:nvSpPr>
          <p:spPr>
            <a:xfrm>
              <a:off x="6450303" y="4206578"/>
              <a:ext cx="940435" cy="38100"/>
            </a:xfrm>
            <a:custGeom>
              <a:avLst/>
              <a:gdLst/>
              <a:ahLst/>
              <a:cxnLst/>
              <a:rect l="l" t="t" r="r" b="b"/>
              <a:pathLst>
                <a:path w="940434" h="38100">
                  <a:moveTo>
                    <a:pt x="0" y="0"/>
                  </a:moveTo>
                  <a:lnTo>
                    <a:pt x="445673" y="0"/>
                  </a:lnTo>
                  <a:lnTo>
                    <a:pt x="484999" y="37576"/>
                  </a:lnTo>
                  <a:lnTo>
                    <a:pt x="523401" y="0"/>
                  </a:lnTo>
                  <a:lnTo>
                    <a:pt x="940356" y="0"/>
                  </a:lnTo>
                </a:path>
              </a:pathLst>
            </a:custGeom>
            <a:ln w="179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404033" y="3519948"/>
              <a:ext cx="5977255" cy="1142365"/>
            </a:xfrm>
            <a:custGeom>
              <a:avLst/>
              <a:gdLst/>
              <a:ahLst/>
              <a:cxnLst/>
              <a:rect l="l" t="t" r="r" b="b"/>
              <a:pathLst>
                <a:path w="5977255" h="1142364">
                  <a:moveTo>
                    <a:pt x="130873" y="831227"/>
                  </a:moveTo>
                  <a:lnTo>
                    <a:pt x="125755" y="810869"/>
                  </a:lnTo>
                  <a:lnTo>
                    <a:pt x="110185" y="795845"/>
                  </a:lnTo>
                  <a:lnTo>
                    <a:pt x="89877" y="791819"/>
                  </a:lnTo>
                  <a:lnTo>
                    <a:pt x="72593" y="798385"/>
                  </a:lnTo>
                  <a:lnTo>
                    <a:pt x="60566" y="811593"/>
                  </a:lnTo>
                  <a:lnTo>
                    <a:pt x="56057" y="827506"/>
                  </a:lnTo>
                  <a:lnTo>
                    <a:pt x="56057" y="833628"/>
                  </a:lnTo>
                  <a:lnTo>
                    <a:pt x="59042" y="846683"/>
                  </a:lnTo>
                  <a:lnTo>
                    <a:pt x="66865" y="858139"/>
                  </a:lnTo>
                  <a:lnTo>
                    <a:pt x="77978" y="866317"/>
                  </a:lnTo>
                  <a:lnTo>
                    <a:pt x="78143" y="866317"/>
                  </a:lnTo>
                  <a:lnTo>
                    <a:pt x="90487" y="869353"/>
                  </a:lnTo>
                  <a:lnTo>
                    <a:pt x="99161" y="869353"/>
                  </a:lnTo>
                  <a:lnTo>
                    <a:pt x="101536" y="869708"/>
                  </a:lnTo>
                  <a:lnTo>
                    <a:pt x="109766" y="865886"/>
                  </a:lnTo>
                  <a:lnTo>
                    <a:pt x="125539" y="851408"/>
                  </a:lnTo>
                  <a:lnTo>
                    <a:pt x="130835" y="831367"/>
                  </a:lnTo>
                  <a:lnTo>
                    <a:pt x="130873" y="831227"/>
                  </a:lnTo>
                  <a:close/>
                </a:path>
                <a:path w="5977255" h="1142364">
                  <a:moveTo>
                    <a:pt x="134797" y="1007097"/>
                  </a:moveTo>
                  <a:lnTo>
                    <a:pt x="134251" y="1000480"/>
                  </a:lnTo>
                  <a:lnTo>
                    <a:pt x="133769" y="997432"/>
                  </a:lnTo>
                  <a:lnTo>
                    <a:pt x="133769" y="996276"/>
                  </a:lnTo>
                  <a:lnTo>
                    <a:pt x="133769" y="992822"/>
                  </a:lnTo>
                  <a:lnTo>
                    <a:pt x="129489" y="993863"/>
                  </a:lnTo>
                  <a:lnTo>
                    <a:pt x="129921" y="993863"/>
                  </a:lnTo>
                  <a:lnTo>
                    <a:pt x="129324" y="995057"/>
                  </a:lnTo>
                  <a:lnTo>
                    <a:pt x="125285" y="996276"/>
                  </a:lnTo>
                  <a:lnTo>
                    <a:pt x="104025" y="996124"/>
                  </a:lnTo>
                  <a:lnTo>
                    <a:pt x="87172" y="984465"/>
                  </a:lnTo>
                  <a:lnTo>
                    <a:pt x="79121" y="964501"/>
                  </a:lnTo>
                  <a:lnTo>
                    <a:pt x="81343" y="953617"/>
                  </a:lnTo>
                  <a:lnTo>
                    <a:pt x="81457" y="953020"/>
                  </a:lnTo>
                  <a:lnTo>
                    <a:pt x="84239" y="939393"/>
                  </a:lnTo>
                  <a:lnTo>
                    <a:pt x="111137" y="884656"/>
                  </a:lnTo>
                  <a:lnTo>
                    <a:pt x="61836" y="884656"/>
                  </a:lnTo>
                  <a:lnTo>
                    <a:pt x="23926" y="921727"/>
                  </a:lnTo>
                  <a:lnTo>
                    <a:pt x="12890" y="944664"/>
                  </a:lnTo>
                  <a:lnTo>
                    <a:pt x="10121" y="949325"/>
                  </a:lnTo>
                  <a:lnTo>
                    <a:pt x="4851" y="960348"/>
                  </a:lnTo>
                  <a:lnTo>
                    <a:pt x="0" y="968324"/>
                  </a:lnTo>
                  <a:lnTo>
                    <a:pt x="88" y="974763"/>
                  </a:lnTo>
                  <a:lnTo>
                    <a:pt x="3505" y="986967"/>
                  </a:lnTo>
                  <a:lnTo>
                    <a:pt x="11912" y="993292"/>
                  </a:lnTo>
                  <a:lnTo>
                    <a:pt x="22059" y="993863"/>
                  </a:lnTo>
                  <a:lnTo>
                    <a:pt x="30797" y="989050"/>
                  </a:lnTo>
                  <a:lnTo>
                    <a:pt x="35128" y="984465"/>
                  </a:lnTo>
                  <a:lnTo>
                    <a:pt x="37680" y="977900"/>
                  </a:lnTo>
                  <a:lnTo>
                    <a:pt x="40652" y="971740"/>
                  </a:lnTo>
                  <a:lnTo>
                    <a:pt x="50165" y="953020"/>
                  </a:lnTo>
                  <a:lnTo>
                    <a:pt x="50165" y="1141806"/>
                  </a:lnTo>
                  <a:lnTo>
                    <a:pt x="88519" y="1141806"/>
                  </a:lnTo>
                  <a:lnTo>
                    <a:pt x="88519" y="1022426"/>
                  </a:lnTo>
                  <a:lnTo>
                    <a:pt x="97383" y="1022426"/>
                  </a:lnTo>
                  <a:lnTo>
                    <a:pt x="97383" y="1141806"/>
                  </a:lnTo>
                  <a:lnTo>
                    <a:pt x="133769" y="1141806"/>
                  </a:lnTo>
                  <a:lnTo>
                    <a:pt x="133769" y="1110970"/>
                  </a:lnTo>
                  <a:lnTo>
                    <a:pt x="134480" y="1109611"/>
                  </a:lnTo>
                  <a:lnTo>
                    <a:pt x="134556" y="1107020"/>
                  </a:lnTo>
                  <a:lnTo>
                    <a:pt x="133769" y="1094867"/>
                  </a:lnTo>
                  <a:lnTo>
                    <a:pt x="133769" y="1090561"/>
                  </a:lnTo>
                  <a:lnTo>
                    <a:pt x="134480" y="1089190"/>
                  </a:lnTo>
                  <a:lnTo>
                    <a:pt x="134556" y="1086612"/>
                  </a:lnTo>
                  <a:lnTo>
                    <a:pt x="133769" y="1074458"/>
                  </a:lnTo>
                  <a:lnTo>
                    <a:pt x="133769" y="1070152"/>
                  </a:lnTo>
                  <a:lnTo>
                    <a:pt x="134480" y="1068793"/>
                  </a:lnTo>
                  <a:lnTo>
                    <a:pt x="134556" y="1066203"/>
                  </a:lnTo>
                  <a:lnTo>
                    <a:pt x="133769" y="1054049"/>
                  </a:lnTo>
                  <a:lnTo>
                    <a:pt x="133769" y="1049743"/>
                  </a:lnTo>
                  <a:lnTo>
                    <a:pt x="134480" y="1048372"/>
                  </a:lnTo>
                  <a:lnTo>
                    <a:pt x="134556" y="1045794"/>
                  </a:lnTo>
                  <a:lnTo>
                    <a:pt x="133769" y="1033640"/>
                  </a:lnTo>
                  <a:lnTo>
                    <a:pt x="133769" y="1029335"/>
                  </a:lnTo>
                  <a:lnTo>
                    <a:pt x="134480" y="1027963"/>
                  </a:lnTo>
                  <a:lnTo>
                    <a:pt x="134556" y="1025385"/>
                  </a:lnTo>
                  <a:lnTo>
                    <a:pt x="134366" y="1022426"/>
                  </a:lnTo>
                  <a:lnTo>
                    <a:pt x="133769" y="1013231"/>
                  </a:lnTo>
                  <a:lnTo>
                    <a:pt x="133769" y="1008214"/>
                  </a:lnTo>
                  <a:lnTo>
                    <a:pt x="134797" y="1007097"/>
                  </a:lnTo>
                  <a:close/>
                </a:path>
                <a:path w="5977255" h="1142364">
                  <a:moveTo>
                    <a:pt x="150368" y="935609"/>
                  </a:moveTo>
                  <a:lnTo>
                    <a:pt x="150228" y="935824"/>
                  </a:lnTo>
                  <a:lnTo>
                    <a:pt x="150139" y="935977"/>
                  </a:lnTo>
                  <a:lnTo>
                    <a:pt x="150368" y="935824"/>
                  </a:lnTo>
                  <a:lnTo>
                    <a:pt x="150368" y="935609"/>
                  </a:lnTo>
                  <a:close/>
                </a:path>
                <a:path w="5977255" h="1142364">
                  <a:moveTo>
                    <a:pt x="239471" y="796683"/>
                  </a:moveTo>
                  <a:lnTo>
                    <a:pt x="220357" y="763638"/>
                  </a:lnTo>
                  <a:lnTo>
                    <a:pt x="203390" y="757821"/>
                  </a:lnTo>
                  <a:lnTo>
                    <a:pt x="190982" y="758037"/>
                  </a:lnTo>
                  <a:lnTo>
                    <a:pt x="160261" y="783285"/>
                  </a:lnTo>
                  <a:lnTo>
                    <a:pt x="156464" y="798385"/>
                  </a:lnTo>
                  <a:lnTo>
                    <a:pt x="156387" y="798931"/>
                  </a:lnTo>
                  <a:lnTo>
                    <a:pt x="158064" y="810869"/>
                  </a:lnTo>
                  <a:lnTo>
                    <a:pt x="158165" y="811593"/>
                  </a:lnTo>
                  <a:lnTo>
                    <a:pt x="158203" y="811936"/>
                  </a:lnTo>
                  <a:lnTo>
                    <a:pt x="163233" y="823468"/>
                  </a:lnTo>
                  <a:lnTo>
                    <a:pt x="170840" y="832853"/>
                  </a:lnTo>
                  <a:lnTo>
                    <a:pt x="180390" y="839343"/>
                  </a:lnTo>
                  <a:lnTo>
                    <a:pt x="192849" y="843127"/>
                  </a:lnTo>
                  <a:lnTo>
                    <a:pt x="205168" y="843000"/>
                  </a:lnTo>
                  <a:lnTo>
                    <a:pt x="238836" y="809396"/>
                  </a:lnTo>
                  <a:lnTo>
                    <a:pt x="239356" y="798931"/>
                  </a:lnTo>
                  <a:lnTo>
                    <a:pt x="239471" y="796683"/>
                  </a:lnTo>
                  <a:close/>
                </a:path>
                <a:path w="5977255" h="1142364">
                  <a:moveTo>
                    <a:pt x="299542" y="963980"/>
                  </a:moveTo>
                  <a:lnTo>
                    <a:pt x="289775" y="934656"/>
                  </a:lnTo>
                  <a:lnTo>
                    <a:pt x="287858" y="930922"/>
                  </a:lnTo>
                  <a:lnTo>
                    <a:pt x="283502" y="921905"/>
                  </a:lnTo>
                  <a:lnTo>
                    <a:pt x="281305" y="917308"/>
                  </a:lnTo>
                  <a:lnTo>
                    <a:pt x="260350" y="875779"/>
                  </a:lnTo>
                  <a:lnTo>
                    <a:pt x="256057" y="868895"/>
                  </a:lnTo>
                  <a:lnTo>
                    <a:pt x="251028" y="864031"/>
                  </a:lnTo>
                  <a:lnTo>
                    <a:pt x="244348" y="861123"/>
                  </a:lnTo>
                  <a:lnTo>
                    <a:pt x="235064" y="860158"/>
                  </a:lnTo>
                  <a:lnTo>
                    <a:pt x="159334" y="860158"/>
                  </a:lnTo>
                  <a:lnTo>
                    <a:pt x="145288" y="863358"/>
                  </a:lnTo>
                  <a:lnTo>
                    <a:pt x="136359" y="872159"/>
                  </a:lnTo>
                  <a:lnTo>
                    <a:pt x="129336" y="885431"/>
                  </a:lnTo>
                  <a:lnTo>
                    <a:pt x="121031" y="902042"/>
                  </a:lnTo>
                  <a:lnTo>
                    <a:pt x="116268" y="911199"/>
                  </a:lnTo>
                  <a:lnTo>
                    <a:pt x="106311" y="932053"/>
                  </a:lnTo>
                  <a:lnTo>
                    <a:pt x="100990" y="942492"/>
                  </a:lnTo>
                  <a:lnTo>
                    <a:pt x="98856" y="946454"/>
                  </a:lnTo>
                  <a:lnTo>
                    <a:pt x="95402" y="952754"/>
                  </a:lnTo>
                  <a:lnTo>
                    <a:pt x="95338" y="966444"/>
                  </a:lnTo>
                  <a:lnTo>
                    <a:pt x="95237" y="968514"/>
                  </a:lnTo>
                  <a:lnTo>
                    <a:pt x="101015" y="974763"/>
                  </a:lnTo>
                  <a:lnTo>
                    <a:pt x="107772" y="979462"/>
                  </a:lnTo>
                  <a:lnTo>
                    <a:pt x="115481" y="980770"/>
                  </a:lnTo>
                  <a:lnTo>
                    <a:pt x="123240" y="978827"/>
                  </a:lnTo>
                  <a:lnTo>
                    <a:pt x="130124" y="973734"/>
                  </a:lnTo>
                  <a:lnTo>
                    <a:pt x="133502" y="970114"/>
                  </a:lnTo>
                  <a:lnTo>
                    <a:pt x="134696" y="966444"/>
                  </a:lnTo>
                  <a:lnTo>
                    <a:pt x="137045" y="961529"/>
                  </a:lnTo>
                  <a:lnTo>
                    <a:pt x="149237" y="937437"/>
                  </a:lnTo>
                  <a:lnTo>
                    <a:pt x="150114" y="935977"/>
                  </a:lnTo>
                  <a:lnTo>
                    <a:pt x="150368" y="935609"/>
                  </a:lnTo>
                  <a:lnTo>
                    <a:pt x="150482" y="935405"/>
                  </a:lnTo>
                  <a:lnTo>
                    <a:pt x="150482" y="1141806"/>
                  </a:lnTo>
                  <a:lnTo>
                    <a:pt x="192786" y="1141806"/>
                  </a:lnTo>
                  <a:lnTo>
                    <a:pt x="192786" y="1011199"/>
                  </a:lnTo>
                  <a:lnTo>
                    <a:pt x="201625" y="1011199"/>
                  </a:lnTo>
                  <a:lnTo>
                    <a:pt x="201625" y="1141806"/>
                  </a:lnTo>
                  <a:lnTo>
                    <a:pt x="243928" y="1141806"/>
                  </a:lnTo>
                  <a:lnTo>
                    <a:pt x="243928" y="1011199"/>
                  </a:lnTo>
                  <a:lnTo>
                    <a:pt x="243928" y="935405"/>
                  </a:lnTo>
                  <a:lnTo>
                    <a:pt x="243928" y="934656"/>
                  </a:lnTo>
                  <a:lnTo>
                    <a:pt x="244551" y="935405"/>
                  </a:lnTo>
                  <a:lnTo>
                    <a:pt x="244386" y="934999"/>
                  </a:lnTo>
                  <a:lnTo>
                    <a:pt x="244932" y="935824"/>
                  </a:lnTo>
                  <a:lnTo>
                    <a:pt x="244944" y="935977"/>
                  </a:lnTo>
                  <a:lnTo>
                    <a:pt x="245554" y="937044"/>
                  </a:lnTo>
                  <a:lnTo>
                    <a:pt x="251701" y="949667"/>
                  </a:lnTo>
                  <a:lnTo>
                    <a:pt x="258584" y="963980"/>
                  </a:lnTo>
                  <a:lnTo>
                    <a:pt x="266661" y="975715"/>
                  </a:lnTo>
                  <a:lnTo>
                    <a:pt x="276377" y="980579"/>
                  </a:lnTo>
                  <a:lnTo>
                    <a:pt x="283692" y="980579"/>
                  </a:lnTo>
                  <a:lnTo>
                    <a:pt x="289687" y="980744"/>
                  </a:lnTo>
                  <a:lnTo>
                    <a:pt x="294843" y="974204"/>
                  </a:lnTo>
                  <a:lnTo>
                    <a:pt x="299542" y="963980"/>
                  </a:lnTo>
                  <a:close/>
                </a:path>
                <a:path w="5977255" h="1142364">
                  <a:moveTo>
                    <a:pt x="339979" y="836764"/>
                  </a:moveTo>
                  <a:lnTo>
                    <a:pt x="337146" y="815378"/>
                  </a:lnTo>
                  <a:lnTo>
                    <a:pt x="324408" y="798588"/>
                  </a:lnTo>
                  <a:lnTo>
                    <a:pt x="304965" y="791819"/>
                  </a:lnTo>
                  <a:lnTo>
                    <a:pt x="304711" y="791819"/>
                  </a:lnTo>
                  <a:lnTo>
                    <a:pt x="269163" y="812863"/>
                  </a:lnTo>
                  <a:lnTo>
                    <a:pt x="265569" y="822236"/>
                  </a:lnTo>
                  <a:lnTo>
                    <a:pt x="265569" y="833628"/>
                  </a:lnTo>
                  <a:lnTo>
                    <a:pt x="268452" y="846683"/>
                  </a:lnTo>
                  <a:lnTo>
                    <a:pt x="268490" y="846861"/>
                  </a:lnTo>
                  <a:lnTo>
                    <a:pt x="276123" y="858139"/>
                  </a:lnTo>
                  <a:lnTo>
                    <a:pt x="276225" y="858291"/>
                  </a:lnTo>
                  <a:lnTo>
                    <a:pt x="287235" y="866317"/>
                  </a:lnTo>
                  <a:lnTo>
                    <a:pt x="299986" y="869353"/>
                  </a:lnTo>
                  <a:lnTo>
                    <a:pt x="308724" y="868895"/>
                  </a:lnTo>
                  <a:lnTo>
                    <a:pt x="316191" y="867143"/>
                  </a:lnTo>
                  <a:lnTo>
                    <a:pt x="322872" y="863498"/>
                  </a:lnTo>
                  <a:lnTo>
                    <a:pt x="329768" y="857377"/>
                  </a:lnTo>
                  <a:lnTo>
                    <a:pt x="339979" y="836764"/>
                  </a:lnTo>
                  <a:close/>
                </a:path>
                <a:path w="5977255" h="1142364">
                  <a:moveTo>
                    <a:pt x="394411" y="966444"/>
                  </a:moveTo>
                  <a:lnTo>
                    <a:pt x="389966" y="961199"/>
                  </a:lnTo>
                  <a:lnTo>
                    <a:pt x="387527" y="956094"/>
                  </a:lnTo>
                  <a:lnTo>
                    <a:pt x="386003" y="953020"/>
                  </a:lnTo>
                  <a:lnTo>
                    <a:pt x="360565" y="901407"/>
                  </a:lnTo>
                  <a:lnTo>
                    <a:pt x="333730" y="884656"/>
                  </a:lnTo>
                  <a:lnTo>
                    <a:pt x="284251" y="884656"/>
                  </a:lnTo>
                  <a:lnTo>
                    <a:pt x="284581" y="888809"/>
                  </a:lnTo>
                  <a:lnTo>
                    <a:pt x="284607" y="889165"/>
                  </a:lnTo>
                  <a:lnTo>
                    <a:pt x="290093" y="899274"/>
                  </a:lnTo>
                  <a:lnTo>
                    <a:pt x="295325" y="908634"/>
                  </a:lnTo>
                  <a:lnTo>
                    <a:pt x="300977" y="920369"/>
                  </a:lnTo>
                  <a:lnTo>
                    <a:pt x="305015" y="928331"/>
                  </a:lnTo>
                  <a:lnTo>
                    <a:pt x="309892" y="938339"/>
                  </a:lnTo>
                  <a:lnTo>
                    <a:pt x="313994" y="948804"/>
                  </a:lnTo>
                  <a:lnTo>
                    <a:pt x="315722" y="958126"/>
                  </a:lnTo>
                  <a:lnTo>
                    <a:pt x="311835" y="977214"/>
                  </a:lnTo>
                  <a:lnTo>
                    <a:pt x="301523" y="990523"/>
                  </a:lnTo>
                  <a:lnTo>
                    <a:pt x="286854" y="997229"/>
                  </a:lnTo>
                  <a:lnTo>
                    <a:pt x="269900" y="996492"/>
                  </a:lnTo>
                  <a:lnTo>
                    <a:pt x="265518" y="995299"/>
                  </a:lnTo>
                  <a:lnTo>
                    <a:pt x="264591" y="993863"/>
                  </a:lnTo>
                  <a:lnTo>
                    <a:pt x="264947" y="993863"/>
                  </a:lnTo>
                  <a:lnTo>
                    <a:pt x="260642" y="992822"/>
                  </a:lnTo>
                  <a:lnTo>
                    <a:pt x="260642" y="1141806"/>
                  </a:lnTo>
                  <a:lnTo>
                    <a:pt x="298018" y="1141806"/>
                  </a:lnTo>
                  <a:lnTo>
                    <a:pt x="298018" y="1022426"/>
                  </a:lnTo>
                  <a:lnTo>
                    <a:pt x="306870" y="1022426"/>
                  </a:lnTo>
                  <a:lnTo>
                    <a:pt x="306870" y="1141806"/>
                  </a:lnTo>
                  <a:lnTo>
                    <a:pt x="344246" y="1141806"/>
                  </a:lnTo>
                  <a:lnTo>
                    <a:pt x="344246" y="1022426"/>
                  </a:lnTo>
                  <a:lnTo>
                    <a:pt x="344246" y="997229"/>
                  </a:lnTo>
                  <a:lnTo>
                    <a:pt x="344246" y="953020"/>
                  </a:lnTo>
                  <a:lnTo>
                    <a:pt x="347230" y="957186"/>
                  </a:lnTo>
                  <a:lnTo>
                    <a:pt x="351002" y="964501"/>
                  </a:lnTo>
                  <a:lnTo>
                    <a:pt x="355511" y="974204"/>
                  </a:lnTo>
                  <a:lnTo>
                    <a:pt x="357035" y="977519"/>
                  </a:lnTo>
                  <a:lnTo>
                    <a:pt x="358508" y="980579"/>
                  </a:lnTo>
                  <a:lnTo>
                    <a:pt x="361022" y="986320"/>
                  </a:lnTo>
                  <a:lnTo>
                    <a:pt x="363715" y="989050"/>
                  </a:lnTo>
                  <a:lnTo>
                    <a:pt x="369557" y="993101"/>
                  </a:lnTo>
                  <a:lnTo>
                    <a:pt x="376148" y="994524"/>
                  </a:lnTo>
                  <a:lnTo>
                    <a:pt x="382765" y="993444"/>
                  </a:lnTo>
                  <a:lnTo>
                    <a:pt x="388708" y="989965"/>
                  </a:lnTo>
                  <a:lnTo>
                    <a:pt x="394385" y="985113"/>
                  </a:lnTo>
                  <a:lnTo>
                    <a:pt x="394411" y="966444"/>
                  </a:lnTo>
                  <a:close/>
                </a:path>
                <a:path w="5977255" h="1142364">
                  <a:moveTo>
                    <a:pt x="5623598" y="72161"/>
                  </a:moveTo>
                  <a:lnTo>
                    <a:pt x="5599709" y="72161"/>
                  </a:lnTo>
                  <a:lnTo>
                    <a:pt x="5609133" y="174764"/>
                  </a:lnTo>
                  <a:lnTo>
                    <a:pt x="5623509" y="174764"/>
                  </a:lnTo>
                  <a:lnTo>
                    <a:pt x="5623598" y="72161"/>
                  </a:lnTo>
                  <a:close/>
                </a:path>
                <a:path w="5977255" h="1142364">
                  <a:moveTo>
                    <a:pt x="5771464" y="172961"/>
                  </a:moveTo>
                  <a:lnTo>
                    <a:pt x="5768060" y="165303"/>
                  </a:lnTo>
                  <a:lnTo>
                    <a:pt x="5767971" y="165087"/>
                  </a:lnTo>
                  <a:lnTo>
                    <a:pt x="5765812" y="163614"/>
                  </a:lnTo>
                  <a:lnTo>
                    <a:pt x="5759539" y="159372"/>
                  </a:lnTo>
                  <a:lnTo>
                    <a:pt x="5745150" y="151193"/>
                  </a:lnTo>
                  <a:lnTo>
                    <a:pt x="5743359" y="150177"/>
                  </a:lnTo>
                  <a:lnTo>
                    <a:pt x="5725960" y="140563"/>
                  </a:lnTo>
                  <a:lnTo>
                    <a:pt x="5713869" y="133654"/>
                  </a:lnTo>
                  <a:lnTo>
                    <a:pt x="5708027" y="125196"/>
                  </a:lnTo>
                  <a:lnTo>
                    <a:pt x="5707964" y="124764"/>
                  </a:lnTo>
                  <a:lnTo>
                    <a:pt x="5707900" y="124320"/>
                  </a:lnTo>
                  <a:lnTo>
                    <a:pt x="5716130" y="115316"/>
                  </a:lnTo>
                  <a:lnTo>
                    <a:pt x="5725058" y="117297"/>
                  </a:lnTo>
                  <a:lnTo>
                    <a:pt x="5731408" y="116967"/>
                  </a:lnTo>
                  <a:lnTo>
                    <a:pt x="5732754" y="115316"/>
                  </a:lnTo>
                  <a:lnTo>
                    <a:pt x="5739130" y="107530"/>
                  </a:lnTo>
                  <a:lnTo>
                    <a:pt x="5739879" y="106756"/>
                  </a:lnTo>
                  <a:lnTo>
                    <a:pt x="5739981" y="106591"/>
                  </a:lnTo>
                  <a:lnTo>
                    <a:pt x="5741301" y="104787"/>
                  </a:lnTo>
                  <a:lnTo>
                    <a:pt x="5760847" y="81419"/>
                  </a:lnTo>
                  <a:lnTo>
                    <a:pt x="5760961" y="81280"/>
                  </a:lnTo>
                  <a:lnTo>
                    <a:pt x="5763133" y="78676"/>
                  </a:lnTo>
                  <a:lnTo>
                    <a:pt x="5763920" y="77546"/>
                  </a:lnTo>
                  <a:lnTo>
                    <a:pt x="5764530" y="76936"/>
                  </a:lnTo>
                  <a:lnTo>
                    <a:pt x="5765800" y="75285"/>
                  </a:lnTo>
                  <a:lnTo>
                    <a:pt x="5766447" y="74510"/>
                  </a:lnTo>
                  <a:lnTo>
                    <a:pt x="5767857" y="72707"/>
                  </a:lnTo>
                  <a:lnTo>
                    <a:pt x="5762091" y="71183"/>
                  </a:lnTo>
                  <a:lnTo>
                    <a:pt x="5752071" y="69316"/>
                  </a:lnTo>
                  <a:lnTo>
                    <a:pt x="5725414" y="64820"/>
                  </a:lnTo>
                  <a:lnTo>
                    <a:pt x="5717552" y="63906"/>
                  </a:lnTo>
                  <a:lnTo>
                    <a:pt x="5708345" y="63906"/>
                  </a:lnTo>
                  <a:lnTo>
                    <a:pt x="5698820" y="65506"/>
                  </a:lnTo>
                  <a:lnTo>
                    <a:pt x="5687149" y="68592"/>
                  </a:lnTo>
                  <a:lnTo>
                    <a:pt x="5652795" y="78676"/>
                  </a:lnTo>
                  <a:lnTo>
                    <a:pt x="5644350" y="80886"/>
                  </a:lnTo>
                  <a:lnTo>
                    <a:pt x="5641048" y="81280"/>
                  </a:lnTo>
                  <a:lnTo>
                    <a:pt x="5639155" y="81064"/>
                  </a:lnTo>
                  <a:lnTo>
                    <a:pt x="5634888" y="81419"/>
                  </a:lnTo>
                  <a:lnTo>
                    <a:pt x="5634850" y="100076"/>
                  </a:lnTo>
                  <a:lnTo>
                    <a:pt x="5634723" y="158673"/>
                  </a:lnTo>
                  <a:lnTo>
                    <a:pt x="5637441" y="157556"/>
                  </a:lnTo>
                  <a:lnTo>
                    <a:pt x="5640794" y="156921"/>
                  </a:lnTo>
                  <a:lnTo>
                    <a:pt x="5643283" y="156337"/>
                  </a:lnTo>
                  <a:lnTo>
                    <a:pt x="5650306" y="154368"/>
                  </a:lnTo>
                  <a:lnTo>
                    <a:pt x="5657342" y="152311"/>
                  </a:lnTo>
                  <a:lnTo>
                    <a:pt x="5663831" y="151193"/>
                  </a:lnTo>
                  <a:lnTo>
                    <a:pt x="5669191" y="151993"/>
                  </a:lnTo>
                  <a:lnTo>
                    <a:pt x="5670296" y="152501"/>
                  </a:lnTo>
                  <a:lnTo>
                    <a:pt x="5670499" y="152501"/>
                  </a:lnTo>
                  <a:lnTo>
                    <a:pt x="5671248" y="153212"/>
                  </a:lnTo>
                  <a:lnTo>
                    <a:pt x="5672163" y="153987"/>
                  </a:lnTo>
                  <a:lnTo>
                    <a:pt x="5676862" y="158673"/>
                  </a:lnTo>
                  <a:lnTo>
                    <a:pt x="5740717" y="186664"/>
                  </a:lnTo>
                  <a:lnTo>
                    <a:pt x="5746432" y="188290"/>
                  </a:lnTo>
                  <a:lnTo>
                    <a:pt x="5752071" y="191503"/>
                  </a:lnTo>
                  <a:lnTo>
                    <a:pt x="5757367" y="190881"/>
                  </a:lnTo>
                  <a:lnTo>
                    <a:pt x="5758091" y="190881"/>
                  </a:lnTo>
                  <a:lnTo>
                    <a:pt x="5765965" y="187528"/>
                  </a:lnTo>
                  <a:lnTo>
                    <a:pt x="5770550" y="181038"/>
                  </a:lnTo>
                  <a:lnTo>
                    <a:pt x="5771464" y="172961"/>
                  </a:lnTo>
                  <a:close/>
                </a:path>
                <a:path w="5977255" h="1142364">
                  <a:moveTo>
                    <a:pt x="5839142" y="143116"/>
                  </a:moveTo>
                  <a:lnTo>
                    <a:pt x="5837796" y="142113"/>
                  </a:lnTo>
                  <a:lnTo>
                    <a:pt x="5835167" y="140233"/>
                  </a:lnTo>
                  <a:lnTo>
                    <a:pt x="5833732" y="138595"/>
                  </a:lnTo>
                  <a:lnTo>
                    <a:pt x="5835497" y="133921"/>
                  </a:lnTo>
                  <a:lnTo>
                    <a:pt x="5836539" y="130530"/>
                  </a:lnTo>
                  <a:lnTo>
                    <a:pt x="5836018" y="129019"/>
                  </a:lnTo>
                  <a:lnTo>
                    <a:pt x="5834900" y="125806"/>
                  </a:lnTo>
                  <a:lnTo>
                    <a:pt x="5833770" y="123482"/>
                  </a:lnTo>
                  <a:lnTo>
                    <a:pt x="5832526" y="122605"/>
                  </a:lnTo>
                  <a:lnTo>
                    <a:pt x="5824563" y="116967"/>
                  </a:lnTo>
                  <a:lnTo>
                    <a:pt x="5824080" y="116967"/>
                  </a:lnTo>
                  <a:lnTo>
                    <a:pt x="5815114" y="118630"/>
                  </a:lnTo>
                  <a:lnTo>
                    <a:pt x="5807329" y="122605"/>
                  </a:lnTo>
                  <a:lnTo>
                    <a:pt x="5802947" y="122605"/>
                  </a:lnTo>
                  <a:lnTo>
                    <a:pt x="5802744" y="121043"/>
                  </a:lnTo>
                  <a:lnTo>
                    <a:pt x="5802642" y="120218"/>
                  </a:lnTo>
                  <a:lnTo>
                    <a:pt x="5802541" y="119456"/>
                  </a:lnTo>
                  <a:lnTo>
                    <a:pt x="5802439" y="118630"/>
                  </a:lnTo>
                  <a:lnTo>
                    <a:pt x="5802376" y="118211"/>
                  </a:lnTo>
                  <a:lnTo>
                    <a:pt x="5803570" y="117297"/>
                  </a:lnTo>
                  <a:lnTo>
                    <a:pt x="5809399" y="113093"/>
                  </a:lnTo>
                  <a:lnTo>
                    <a:pt x="5809221" y="113093"/>
                  </a:lnTo>
                  <a:lnTo>
                    <a:pt x="5813717" y="112014"/>
                  </a:lnTo>
                  <a:lnTo>
                    <a:pt x="5813272" y="110642"/>
                  </a:lnTo>
                  <a:lnTo>
                    <a:pt x="5811812" y="108508"/>
                  </a:lnTo>
                  <a:lnTo>
                    <a:pt x="5810897" y="107162"/>
                  </a:lnTo>
                  <a:lnTo>
                    <a:pt x="5808599" y="103784"/>
                  </a:lnTo>
                  <a:lnTo>
                    <a:pt x="5807126" y="102666"/>
                  </a:lnTo>
                  <a:lnTo>
                    <a:pt x="5805017" y="103416"/>
                  </a:lnTo>
                  <a:lnTo>
                    <a:pt x="5804027" y="104228"/>
                  </a:lnTo>
                  <a:lnTo>
                    <a:pt x="5799023" y="107530"/>
                  </a:lnTo>
                  <a:lnTo>
                    <a:pt x="5800242" y="107162"/>
                  </a:lnTo>
                  <a:lnTo>
                    <a:pt x="5798617" y="108508"/>
                  </a:lnTo>
                  <a:lnTo>
                    <a:pt x="5794045" y="104787"/>
                  </a:lnTo>
                  <a:lnTo>
                    <a:pt x="5793791" y="104787"/>
                  </a:lnTo>
                  <a:lnTo>
                    <a:pt x="5792025" y="106591"/>
                  </a:lnTo>
                  <a:lnTo>
                    <a:pt x="5790971" y="107746"/>
                  </a:lnTo>
                  <a:lnTo>
                    <a:pt x="5788812" y="110299"/>
                  </a:lnTo>
                  <a:lnTo>
                    <a:pt x="5788609" y="110299"/>
                  </a:lnTo>
                  <a:lnTo>
                    <a:pt x="5788190" y="110464"/>
                  </a:lnTo>
                  <a:lnTo>
                    <a:pt x="5787364" y="112598"/>
                  </a:lnTo>
                  <a:lnTo>
                    <a:pt x="5788393" y="113284"/>
                  </a:lnTo>
                  <a:lnTo>
                    <a:pt x="5788876" y="113423"/>
                  </a:lnTo>
                  <a:lnTo>
                    <a:pt x="5789968" y="114388"/>
                  </a:lnTo>
                  <a:lnTo>
                    <a:pt x="5792635" y="116967"/>
                  </a:lnTo>
                  <a:lnTo>
                    <a:pt x="5792381" y="116967"/>
                  </a:lnTo>
                  <a:lnTo>
                    <a:pt x="5790730" y="121043"/>
                  </a:lnTo>
                  <a:lnTo>
                    <a:pt x="5790082" y="124320"/>
                  </a:lnTo>
                  <a:lnTo>
                    <a:pt x="5789968" y="125323"/>
                  </a:lnTo>
                  <a:lnTo>
                    <a:pt x="5795696" y="139204"/>
                  </a:lnTo>
                  <a:lnTo>
                    <a:pt x="5805894" y="138099"/>
                  </a:lnTo>
                  <a:lnTo>
                    <a:pt x="5815038" y="133654"/>
                  </a:lnTo>
                  <a:lnTo>
                    <a:pt x="5816054" y="132854"/>
                  </a:lnTo>
                  <a:lnTo>
                    <a:pt x="5820740" y="129019"/>
                  </a:lnTo>
                  <a:lnTo>
                    <a:pt x="5825452" y="134721"/>
                  </a:lnTo>
                  <a:lnTo>
                    <a:pt x="5818365" y="140233"/>
                  </a:lnTo>
                  <a:lnTo>
                    <a:pt x="5815076" y="142113"/>
                  </a:lnTo>
                  <a:lnTo>
                    <a:pt x="5811837" y="143776"/>
                  </a:lnTo>
                  <a:lnTo>
                    <a:pt x="5811063" y="144360"/>
                  </a:lnTo>
                  <a:lnTo>
                    <a:pt x="5811405" y="143776"/>
                  </a:lnTo>
                  <a:lnTo>
                    <a:pt x="5810745" y="144589"/>
                  </a:lnTo>
                  <a:lnTo>
                    <a:pt x="5810923" y="144589"/>
                  </a:lnTo>
                  <a:lnTo>
                    <a:pt x="5810631" y="145110"/>
                  </a:lnTo>
                  <a:lnTo>
                    <a:pt x="5810910" y="145110"/>
                  </a:lnTo>
                  <a:lnTo>
                    <a:pt x="5811710" y="145376"/>
                  </a:lnTo>
                  <a:lnTo>
                    <a:pt x="5816295" y="152311"/>
                  </a:lnTo>
                  <a:lnTo>
                    <a:pt x="5816422" y="152501"/>
                  </a:lnTo>
                  <a:lnTo>
                    <a:pt x="5816625" y="152933"/>
                  </a:lnTo>
                  <a:lnTo>
                    <a:pt x="5816739" y="153352"/>
                  </a:lnTo>
                  <a:lnTo>
                    <a:pt x="5816828" y="153720"/>
                  </a:lnTo>
                  <a:lnTo>
                    <a:pt x="5819622" y="152933"/>
                  </a:lnTo>
                  <a:lnTo>
                    <a:pt x="5823204" y="150901"/>
                  </a:lnTo>
                  <a:lnTo>
                    <a:pt x="5825337" y="149059"/>
                  </a:lnTo>
                  <a:lnTo>
                    <a:pt x="5827852" y="146951"/>
                  </a:lnTo>
                  <a:lnTo>
                    <a:pt x="5832792" y="150901"/>
                  </a:lnTo>
                  <a:lnTo>
                    <a:pt x="5834507" y="149225"/>
                  </a:lnTo>
                  <a:lnTo>
                    <a:pt x="5836297" y="147167"/>
                  </a:lnTo>
                  <a:lnTo>
                    <a:pt x="5836526" y="146951"/>
                  </a:lnTo>
                  <a:lnTo>
                    <a:pt x="5838558" y="145110"/>
                  </a:lnTo>
                  <a:lnTo>
                    <a:pt x="5839142" y="143116"/>
                  </a:lnTo>
                  <a:close/>
                </a:path>
                <a:path w="5977255" h="1142364">
                  <a:moveTo>
                    <a:pt x="5932640" y="78155"/>
                  </a:moveTo>
                  <a:lnTo>
                    <a:pt x="5851360" y="9537"/>
                  </a:lnTo>
                  <a:lnTo>
                    <a:pt x="5851360" y="138328"/>
                  </a:lnTo>
                  <a:lnTo>
                    <a:pt x="5841416" y="156006"/>
                  </a:lnTo>
                  <a:lnTo>
                    <a:pt x="5821400" y="165303"/>
                  </a:lnTo>
                  <a:lnTo>
                    <a:pt x="5809767" y="165087"/>
                  </a:lnTo>
                  <a:lnTo>
                    <a:pt x="5799112" y="161721"/>
                  </a:lnTo>
                  <a:lnTo>
                    <a:pt x="5775325" y="126492"/>
                  </a:lnTo>
                  <a:lnTo>
                    <a:pt x="5775439" y="124764"/>
                  </a:lnTo>
                  <a:lnTo>
                    <a:pt x="5775528" y="123482"/>
                  </a:lnTo>
                  <a:lnTo>
                    <a:pt x="5775579" y="122605"/>
                  </a:lnTo>
                  <a:lnTo>
                    <a:pt x="5775680" y="121043"/>
                  </a:lnTo>
                  <a:lnTo>
                    <a:pt x="5775795" y="119456"/>
                  </a:lnTo>
                  <a:lnTo>
                    <a:pt x="5775871" y="118211"/>
                  </a:lnTo>
                  <a:lnTo>
                    <a:pt x="5777890" y="111061"/>
                  </a:lnTo>
                  <a:lnTo>
                    <a:pt x="5778017" y="110642"/>
                  </a:lnTo>
                  <a:lnTo>
                    <a:pt x="5778106" y="110299"/>
                  </a:lnTo>
                  <a:lnTo>
                    <a:pt x="5782018" y="103784"/>
                  </a:lnTo>
                  <a:lnTo>
                    <a:pt x="5782132" y="103593"/>
                  </a:lnTo>
                  <a:lnTo>
                    <a:pt x="5783745" y="101752"/>
                  </a:lnTo>
                  <a:lnTo>
                    <a:pt x="5785624" y="99288"/>
                  </a:lnTo>
                  <a:lnTo>
                    <a:pt x="5785866" y="98971"/>
                  </a:lnTo>
                  <a:lnTo>
                    <a:pt x="5785459" y="99288"/>
                  </a:lnTo>
                  <a:lnTo>
                    <a:pt x="5786285" y="98412"/>
                  </a:lnTo>
                  <a:lnTo>
                    <a:pt x="5785866" y="98971"/>
                  </a:lnTo>
                  <a:lnTo>
                    <a:pt x="5786577" y="98412"/>
                  </a:lnTo>
                  <a:lnTo>
                    <a:pt x="5789219" y="96342"/>
                  </a:lnTo>
                  <a:lnTo>
                    <a:pt x="5791924" y="94627"/>
                  </a:lnTo>
                  <a:lnTo>
                    <a:pt x="5795480" y="92608"/>
                  </a:lnTo>
                  <a:lnTo>
                    <a:pt x="5800293" y="90284"/>
                  </a:lnTo>
                  <a:lnTo>
                    <a:pt x="5811126" y="88633"/>
                  </a:lnTo>
                  <a:lnTo>
                    <a:pt x="5815050" y="89141"/>
                  </a:lnTo>
                  <a:lnTo>
                    <a:pt x="5849074" y="115316"/>
                  </a:lnTo>
                  <a:lnTo>
                    <a:pt x="5851029" y="130530"/>
                  </a:lnTo>
                  <a:lnTo>
                    <a:pt x="5851144" y="132321"/>
                  </a:lnTo>
                  <a:lnTo>
                    <a:pt x="5851245" y="133921"/>
                  </a:lnTo>
                  <a:lnTo>
                    <a:pt x="5851360" y="138328"/>
                  </a:lnTo>
                  <a:lnTo>
                    <a:pt x="5851360" y="9537"/>
                  </a:lnTo>
                  <a:lnTo>
                    <a:pt x="5843041" y="2514"/>
                  </a:lnTo>
                  <a:lnTo>
                    <a:pt x="5840006" y="0"/>
                  </a:lnTo>
                  <a:lnTo>
                    <a:pt x="5838685" y="4419"/>
                  </a:lnTo>
                  <a:lnTo>
                    <a:pt x="5836666" y="6743"/>
                  </a:lnTo>
                  <a:lnTo>
                    <a:pt x="5813463" y="34480"/>
                  </a:lnTo>
                  <a:lnTo>
                    <a:pt x="5812904" y="35115"/>
                  </a:lnTo>
                  <a:lnTo>
                    <a:pt x="5812345" y="35699"/>
                  </a:lnTo>
                  <a:lnTo>
                    <a:pt x="5786717" y="66471"/>
                  </a:lnTo>
                  <a:lnTo>
                    <a:pt x="5785917" y="67246"/>
                  </a:lnTo>
                  <a:lnTo>
                    <a:pt x="5785294" y="67970"/>
                  </a:lnTo>
                  <a:lnTo>
                    <a:pt x="5784913" y="68592"/>
                  </a:lnTo>
                  <a:lnTo>
                    <a:pt x="5784367" y="69316"/>
                  </a:lnTo>
                  <a:lnTo>
                    <a:pt x="5749518" y="111061"/>
                  </a:lnTo>
                  <a:lnTo>
                    <a:pt x="5748299" y="112598"/>
                  </a:lnTo>
                  <a:lnTo>
                    <a:pt x="5747715" y="113284"/>
                  </a:lnTo>
                  <a:lnTo>
                    <a:pt x="5742203" y="119456"/>
                  </a:lnTo>
                  <a:lnTo>
                    <a:pt x="5741543" y="120218"/>
                  </a:lnTo>
                  <a:lnTo>
                    <a:pt x="5741416" y="120611"/>
                  </a:lnTo>
                  <a:lnTo>
                    <a:pt x="5738266" y="124320"/>
                  </a:lnTo>
                  <a:lnTo>
                    <a:pt x="5733123" y="129552"/>
                  </a:lnTo>
                  <a:lnTo>
                    <a:pt x="5732081" y="132321"/>
                  </a:lnTo>
                  <a:lnTo>
                    <a:pt x="5733910" y="132854"/>
                  </a:lnTo>
                  <a:lnTo>
                    <a:pt x="5738469" y="135636"/>
                  </a:lnTo>
                  <a:lnTo>
                    <a:pt x="5740387" y="136779"/>
                  </a:lnTo>
                  <a:lnTo>
                    <a:pt x="5765381" y="150901"/>
                  </a:lnTo>
                  <a:lnTo>
                    <a:pt x="5771743" y="154647"/>
                  </a:lnTo>
                  <a:lnTo>
                    <a:pt x="5775477" y="156921"/>
                  </a:lnTo>
                  <a:lnTo>
                    <a:pt x="5782399" y="169037"/>
                  </a:lnTo>
                  <a:lnTo>
                    <a:pt x="5782856" y="174434"/>
                  </a:lnTo>
                  <a:lnTo>
                    <a:pt x="5782970" y="175780"/>
                  </a:lnTo>
                  <a:lnTo>
                    <a:pt x="5783097" y="177152"/>
                  </a:lnTo>
                  <a:lnTo>
                    <a:pt x="5783110" y="177342"/>
                  </a:lnTo>
                  <a:lnTo>
                    <a:pt x="5780303" y="184492"/>
                  </a:lnTo>
                  <a:lnTo>
                    <a:pt x="5775503" y="192468"/>
                  </a:lnTo>
                  <a:lnTo>
                    <a:pt x="5768225" y="198272"/>
                  </a:lnTo>
                  <a:lnTo>
                    <a:pt x="5758764" y="200977"/>
                  </a:lnTo>
                  <a:lnTo>
                    <a:pt x="5747448" y="199669"/>
                  </a:lnTo>
                  <a:lnTo>
                    <a:pt x="5737580" y="196596"/>
                  </a:lnTo>
                  <a:lnTo>
                    <a:pt x="5717997" y="190119"/>
                  </a:lnTo>
                  <a:lnTo>
                    <a:pt x="5707799" y="186880"/>
                  </a:lnTo>
                  <a:lnTo>
                    <a:pt x="5708789" y="188823"/>
                  </a:lnTo>
                  <a:lnTo>
                    <a:pt x="5710898" y="190119"/>
                  </a:lnTo>
                  <a:lnTo>
                    <a:pt x="5714225" y="193014"/>
                  </a:lnTo>
                  <a:lnTo>
                    <a:pt x="5778932" y="247357"/>
                  </a:lnTo>
                  <a:lnTo>
                    <a:pt x="5779363" y="247751"/>
                  </a:lnTo>
                  <a:lnTo>
                    <a:pt x="5779579" y="247980"/>
                  </a:lnTo>
                  <a:lnTo>
                    <a:pt x="5782373" y="250291"/>
                  </a:lnTo>
                  <a:lnTo>
                    <a:pt x="5784532" y="252704"/>
                  </a:lnTo>
                  <a:lnTo>
                    <a:pt x="5786628" y="253758"/>
                  </a:lnTo>
                  <a:lnTo>
                    <a:pt x="5811571" y="223799"/>
                  </a:lnTo>
                  <a:lnTo>
                    <a:pt x="5812701" y="222491"/>
                  </a:lnTo>
                  <a:lnTo>
                    <a:pt x="5813730" y="220954"/>
                  </a:lnTo>
                  <a:lnTo>
                    <a:pt x="5818340" y="215061"/>
                  </a:lnTo>
                  <a:lnTo>
                    <a:pt x="5823242" y="209334"/>
                  </a:lnTo>
                  <a:lnTo>
                    <a:pt x="5828233" y="203657"/>
                  </a:lnTo>
                  <a:lnTo>
                    <a:pt x="5830506" y="200977"/>
                  </a:lnTo>
                  <a:lnTo>
                    <a:pt x="5833592" y="197345"/>
                  </a:lnTo>
                  <a:lnTo>
                    <a:pt x="5833719" y="197002"/>
                  </a:lnTo>
                  <a:lnTo>
                    <a:pt x="5838177" y="190881"/>
                  </a:lnTo>
                  <a:lnTo>
                    <a:pt x="5842813" y="186664"/>
                  </a:lnTo>
                  <a:lnTo>
                    <a:pt x="5847258" y="181038"/>
                  </a:lnTo>
                  <a:lnTo>
                    <a:pt x="5850407" y="177152"/>
                  </a:lnTo>
                  <a:lnTo>
                    <a:pt x="5851753" y="175780"/>
                  </a:lnTo>
                  <a:lnTo>
                    <a:pt x="5851601" y="175602"/>
                  </a:lnTo>
                  <a:lnTo>
                    <a:pt x="5852617" y="174434"/>
                  </a:lnTo>
                  <a:lnTo>
                    <a:pt x="5870156" y="153212"/>
                  </a:lnTo>
                  <a:lnTo>
                    <a:pt x="5870829" y="152501"/>
                  </a:lnTo>
                  <a:lnTo>
                    <a:pt x="5873293" y="149517"/>
                  </a:lnTo>
                  <a:lnTo>
                    <a:pt x="5873762" y="149059"/>
                  </a:lnTo>
                  <a:lnTo>
                    <a:pt x="5876683" y="145694"/>
                  </a:lnTo>
                  <a:lnTo>
                    <a:pt x="5893536" y="125323"/>
                  </a:lnTo>
                  <a:lnTo>
                    <a:pt x="5894082" y="124764"/>
                  </a:lnTo>
                  <a:lnTo>
                    <a:pt x="5894209" y="124764"/>
                  </a:lnTo>
                  <a:lnTo>
                    <a:pt x="5905284" y="111061"/>
                  </a:lnTo>
                  <a:lnTo>
                    <a:pt x="5910504" y="104787"/>
                  </a:lnTo>
                  <a:lnTo>
                    <a:pt x="5914745" y="100076"/>
                  </a:lnTo>
                  <a:lnTo>
                    <a:pt x="5915507" y="99288"/>
                  </a:lnTo>
                  <a:lnTo>
                    <a:pt x="5915711" y="98971"/>
                  </a:lnTo>
                  <a:lnTo>
                    <a:pt x="5918644" y="95186"/>
                  </a:lnTo>
                  <a:lnTo>
                    <a:pt x="5919952" y="93878"/>
                  </a:lnTo>
                  <a:lnTo>
                    <a:pt x="5920181" y="93878"/>
                  </a:lnTo>
                  <a:lnTo>
                    <a:pt x="5921083" y="92608"/>
                  </a:lnTo>
                  <a:lnTo>
                    <a:pt x="5924270" y="88633"/>
                  </a:lnTo>
                  <a:lnTo>
                    <a:pt x="5932640" y="78155"/>
                  </a:lnTo>
                  <a:close/>
                </a:path>
                <a:path w="5977255" h="1142364">
                  <a:moveTo>
                    <a:pt x="5966714" y="348132"/>
                  </a:moveTo>
                  <a:lnTo>
                    <a:pt x="5966218" y="345440"/>
                  </a:lnTo>
                  <a:lnTo>
                    <a:pt x="5962574" y="337121"/>
                  </a:lnTo>
                  <a:lnTo>
                    <a:pt x="5955703" y="319011"/>
                  </a:lnTo>
                  <a:lnTo>
                    <a:pt x="5954357" y="315645"/>
                  </a:lnTo>
                  <a:lnTo>
                    <a:pt x="5953087" y="312661"/>
                  </a:lnTo>
                  <a:lnTo>
                    <a:pt x="5950432" y="306184"/>
                  </a:lnTo>
                  <a:lnTo>
                    <a:pt x="5948858" y="302501"/>
                  </a:lnTo>
                  <a:lnTo>
                    <a:pt x="5947829" y="300278"/>
                  </a:lnTo>
                  <a:lnTo>
                    <a:pt x="5946178" y="297484"/>
                  </a:lnTo>
                  <a:lnTo>
                    <a:pt x="5940107" y="287261"/>
                  </a:lnTo>
                  <a:lnTo>
                    <a:pt x="5932983" y="275259"/>
                  </a:lnTo>
                  <a:lnTo>
                    <a:pt x="5925667" y="268008"/>
                  </a:lnTo>
                  <a:lnTo>
                    <a:pt x="5917412" y="262788"/>
                  </a:lnTo>
                  <a:lnTo>
                    <a:pt x="5908040" y="259359"/>
                  </a:lnTo>
                  <a:lnTo>
                    <a:pt x="5897524" y="257492"/>
                  </a:lnTo>
                  <a:lnTo>
                    <a:pt x="5897804" y="257492"/>
                  </a:lnTo>
                  <a:lnTo>
                    <a:pt x="5885154" y="256832"/>
                  </a:lnTo>
                  <a:lnTo>
                    <a:pt x="5881687" y="256654"/>
                  </a:lnTo>
                  <a:lnTo>
                    <a:pt x="5851537" y="256654"/>
                  </a:lnTo>
                  <a:lnTo>
                    <a:pt x="5837263" y="256832"/>
                  </a:lnTo>
                  <a:lnTo>
                    <a:pt x="5818479" y="256832"/>
                  </a:lnTo>
                  <a:lnTo>
                    <a:pt x="5808954" y="256654"/>
                  </a:lnTo>
                  <a:lnTo>
                    <a:pt x="5803239" y="258419"/>
                  </a:lnTo>
                  <a:lnTo>
                    <a:pt x="5799912" y="265188"/>
                  </a:lnTo>
                  <a:lnTo>
                    <a:pt x="5798312" y="271551"/>
                  </a:lnTo>
                  <a:lnTo>
                    <a:pt x="5799417" y="277787"/>
                  </a:lnTo>
                  <a:lnTo>
                    <a:pt x="5802973" y="283095"/>
                  </a:lnTo>
                  <a:lnTo>
                    <a:pt x="5808726" y="286689"/>
                  </a:lnTo>
                  <a:lnTo>
                    <a:pt x="5818086" y="287693"/>
                  </a:lnTo>
                  <a:lnTo>
                    <a:pt x="5845251" y="287261"/>
                  </a:lnTo>
                  <a:lnTo>
                    <a:pt x="5853239" y="288124"/>
                  </a:lnTo>
                  <a:lnTo>
                    <a:pt x="5856097" y="289534"/>
                  </a:lnTo>
                  <a:lnTo>
                    <a:pt x="5856846" y="294233"/>
                  </a:lnTo>
                  <a:lnTo>
                    <a:pt x="5851283" y="297484"/>
                  </a:lnTo>
                  <a:lnTo>
                    <a:pt x="5846521" y="297053"/>
                  </a:lnTo>
                  <a:lnTo>
                    <a:pt x="5844248" y="296849"/>
                  </a:lnTo>
                  <a:lnTo>
                    <a:pt x="5814530" y="296849"/>
                  </a:lnTo>
                  <a:lnTo>
                    <a:pt x="5802846" y="297053"/>
                  </a:lnTo>
                  <a:lnTo>
                    <a:pt x="5792152" y="296849"/>
                  </a:lnTo>
                  <a:lnTo>
                    <a:pt x="5790844" y="296849"/>
                  </a:lnTo>
                  <a:lnTo>
                    <a:pt x="5778805" y="295059"/>
                  </a:lnTo>
                  <a:lnTo>
                    <a:pt x="5768175" y="290677"/>
                  </a:lnTo>
                  <a:lnTo>
                    <a:pt x="5765216" y="288836"/>
                  </a:lnTo>
                  <a:lnTo>
                    <a:pt x="5763450" y="287693"/>
                  </a:lnTo>
                  <a:lnTo>
                    <a:pt x="5760288" y="285254"/>
                  </a:lnTo>
                  <a:lnTo>
                    <a:pt x="5728627" y="263474"/>
                  </a:lnTo>
                  <a:lnTo>
                    <a:pt x="5725909" y="261505"/>
                  </a:lnTo>
                  <a:lnTo>
                    <a:pt x="5723331" y="260019"/>
                  </a:lnTo>
                  <a:lnTo>
                    <a:pt x="5721172" y="258419"/>
                  </a:lnTo>
                  <a:lnTo>
                    <a:pt x="5721337" y="258419"/>
                  </a:lnTo>
                  <a:lnTo>
                    <a:pt x="5710237" y="254508"/>
                  </a:lnTo>
                  <a:lnTo>
                    <a:pt x="5700636" y="257492"/>
                  </a:lnTo>
                  <a:lnTo>
                    <a:pt x="5694883" y="265188"/>
                  </a:lnTo>
                  <a:lnTo>
                    <a:pt x="5694946" y="276479"/>
                  </a:lnTo>
                  <a:lnTo>
                    <a:pt x="5696216" y="280123"/>
                  </a:lnTo>
                  <a:lnTo>
                    <a:pt x="5698236" y="282282"/>
                  </a:lnTo>
                  <a:lnTo>
                    <a:pt x="5703354" y="286245"/>
                  </a:lnTo>
                  <a:lnTo>
                    <a:pt x="5705805" y="288582"/>
                  </a:lnTo>
                  <a:lnTo>
                    <a:pt x="5710733" y="292519"/>
                  </a:lnTo>
                  <a:lnTo>
                    <a:pt x="5712688" y="294601"/>
                  </a:lnTo>
                  <a:lnTo>
                    <a:pt x="5715051" y="296545"/>
                  </a:lnTo>
                  <a:lnTo>
                    <a:pt x="5732488" y="312381"/>
                  </a:lnTo>
                  <a:lnTo>
                    <a:pt x="5740108" y="319455"/>
                  </a:lnTo>
                  <a:lnTo>
                    <a:pt x="5741975" y="321094"/>
                  </a:lnTo>
                  <a:lnTo>
                    <a:pt x="5752020" y="328663"/>
                  </a:lnTo>
                  <a:lnTo>
                    <a:pt x="5753087" y="329222"/>
                  </a:lnTo>
                  <a:lnTo>
                    <a:pt x="5754967" y="330504"/>
                  </a:lnTo>
                  <a:lnTo>
                    <a:pt x="5785764" y="341464"/>
                  </a:lnTo>
                  <a:lnTo>
                    <a:pt x="5852249" y="341464"/>
                  </a:lnTo>
                  <a:lnTo>
                    <a:pt x="5860504" y="342112"/>
                  </a:lnTo>
                  <a:lnTo>
                    <a:pt x="5880316" y="355892"/>
                  </a:lnTo>
                  <a:lnTo>
                    <a:pt x="5884964" y="356349"/>
                  </a:lnTo>
                  <a:lnTo>
                    <a:pt x="5896381" y="354672"/>
                  </a:lnTo>
                  <a:lnTo>
                    <a:pt x="5966714" y="348132"/>
                  </a:lnTo>
                  <a:close/>
                </a:path>
                <a:path w="5977255" h="1142364">
                  <a:moveTo>
                    <a:pt x="5976975" y="358140"/>
                  </a:moveTo>
                  <a:lnTo>
                    <a:pt x="5874702" y="367626"/>
                  </a:lnTo>
                  <a:lnTo>
                    <a:pt x="5874893" y="382231"/>
                  </a:lnTo>
                  <a:lnTo>
                    <a:pt x="5976912" y="382231"/>
                  </a:lnTo>
                  <a:lnTo>
                    <a:pt x="5976975" y="3581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19458" y="4981377"/>
              <a:ext cx="16543019" cy="398780"/>
            </a:xfrm>
            <a:custGeom>
              <a:avLst/>
              <a:gdLst/>
              <a:ahLst/>
              <a:cxnLst/>
              <a:rect l="l" t="t" r="r" b="b"/>
              <a:pathLst>
                <a:path w="16543019" h="398779">
                  <a:moveTo>
                    <a:pt x="16542828" y="0"/>
                  </a:moveTo>
                  <a:lnTo>
                    <a:pt x="0" y="0"/>
                  </a:lnTo>
                  <a:lnTo>
                    <a:pt x="0" y="398498"/>
                  </a:lnTo>
                  <a:lnTo>
                    <a:pt x="16542828" y="398498"/>
                  </a:lnTo>
                  <a:lnTo>
                    <a:pt x="16542828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65437" y="5027356"/>
              <a:ext cx="16450944" cy="306705"/>
            </a:xfrm>
            <a:custGeom>
              <a:avLst/>
              <a:gdLst/>
              <a:ahLst/>
              <a:cxnLst/>
              <a:rect l="l" t="t" r="r" b="b"/>
              <a:pathLst>
                <a:path w="16450944" h="306704">
                  <a:moveTo>
                    <a:pt x="16320419" y="0"/>
                  </a:moveTo>
                  <a:lnTo>
                    <a:pt x="130441" y="0"/>
                  </a:lnTo>
                  <a:lnTo>
                    <a:pt x="89339" y="7850"/>
                  </a:lnTo>
                  <a:lnTo>
                    <a:pt x="53548" y="29682"/>
                  </a:lnTo>
                  <a:lnTo>
                    <a:pt x="25263" y="62916"/>
                  </a:lnTo>
                  <a:lnTo>
                    <a:pt x="6681" y="104972"/>
                  </a:lnTo>
                  <a:lnTo>
                    <a:pt x="0" y="153277"/>
                  </a:lnTo>
                  <a:lnTo>
                    <a:pt x="6679" y="201574"/>
                  </a:lnTo>
                  <a:lnTo>
                    <a:pt x="25255" y="243628"/>
                  </a:lnTo>
                  <a:lnTo>
                    <a:pt x="53535" y="276860"/>
                  </a:lnTo>
                  <a:lnTo>
                    <a:pt x="89328" y="298690"/>
                  </a:lnTo>
                  <a:lnTo>
                    <a:pt x="130441" y="306539"/>
                  </a:lnTo>
                  <a:lnTo>
                    <a:pt x="16320419" y="306539"/>
                  </a:lnTo>
                  <a:lnTo>
                    <a:pt x="16361537" y="298693"/>
                  </a:lnTo>
                  <a:lnTo>
                    <a:pt x="16397333" y="276869"/>
                  </a:lnTo>
                  <a:lnTo>
                    <a:pt x="16425614" y="243642"/>
                  </a:lnTo>
                  <a:lnTo>
                    <a:pt x="16444189" y="201587"/>
                  </a:lnTo>
                  <a:lnTo>
                    <a:pt x="16450868" y="153269"/>
                  </a:lnTo>
                  <a:lnTo>
                    <a:pt x="16444184" y="104961"/>
                  </a:lnTo>
                  <a:lnTo>
                    <a:pt x="16425597" y="62904"/>
                  </a:lnTo>
                  <a:lnTo>
                    <a:pt x="16397307" y="29674"/>
                  </a:lnTo>
                  <a:lnTo>
                    <a:pt x="16361515" y="7847"/>
                  </a:lnTo>
                  <a:lnTo>
                    <a:pt x="163204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43998" y="4999197"/>
              <a:ext cx="16516350" cy="363220"/>
            </a:xfrm>
            <a:custGeom>
              <a:avLst/>
              <a:gdLst/>
              <a:ahLst/>
              <a:cxnLst/>
              <a:rect l="l" t="t" r="r" b="b"/>
              <a:pathLst>
                <a:path w="16516350" h="363220">
                  <a:moveTo>
                    <a:pt x="16361572" y="0"/>
                  </a:moveTo>
                  <a:lnTo>
                    <a:pt x="154335" y="0"/>
                  </a:lnTo>
                  <a:lnTo>
                    <a:pt x="113438" y="6511"/>
                  </a:lnTo>
                  <a:lnTo>
                    <a:pt x="76607" y="24868"/>
                  </a:lnTo>
                  <a:lnTo>
                    <a:pt x="45345" y="53305"/>
                  </a:lnTo>
                  <a:lnTo>
                    <a:pt x="21155" y="90055"/>
                  </a:lnTo>
                  <a:lnTo>
                    <a:pt x="5539" y="133351"/>
                  </a:lnTo>
                  <a:lnTo>
                    <a:pt x="0" y="181428"/>
                  </a:lnTo>
                  <a:lnTo>
                    <a:pt x="5537" y="229510"/>
                  </a:lnTo>
                  <a:lnTo>
                    <a:pt x="21149" y="272807"/>
                  </a:lnTo>
                  <a:lnTo>
                    <a:pt x="45335" y="309559"/>
                  </a:lnTo>
                  <a:lnTo>
                    <a:pt x="76595" y="337999"/>
                  </a:lnTo>
                  <a:lnTo>
                    <a:pt x="113428" y="356359"/>
                  </a:lnTo>
                  <a:lnTo>
                    <a:pt x="154335" y="362872"/>
                  </a:lnTo>
                  <a:lnTo>
                    <a:pt x="16361572" y="362872"/>
                  </a:lnTo>
                  <a:lnTo>
                    <a:pt x="16402478" y="356362"/>
                  </a:lnTo>
                  <a:lnTo>
                    <a:pt x="16439312" y="338008"/>
                  </a:lnTo>
                  <a:lnTo>
                    <a:pt x="16470573" y="309574"/>
                  </a:lnTo>
                  <a:lnTo>
                    <a:pt x="16494761" y="272825"/>
                  </a:lnTo>
                  <a:lnTo>
                    <a:pt x="16510374" y="229524"/>
                  </a:lnTo>
                  <a:lnTo>
                    <a:pt x="16515911" y="181436"/>
                  </a:lnTo>
                  <a:lnTo>
                    <a:pt x="16510370" y="133340"/>
                  </a:lnTo>
                  <a:lnTo>
                    <a:pt x="16494748" y="90041"/>
                  </a:lnTo>
                  <a:lnTo>
                    <a:pt x="16470553" y="53293"/>
                  </a:lnTo>
                  <a:lnTo>
                    <a:pt x="16439288" y="24861"/>
                  </a:lnTo>
                  <a:lnTo>
                    <a:pt x="16402459" y="6509"/>
                  </a:lnTo>
                  <a:lnTo>
                    <a:pt x="16361572" y="0"/>
                  </a:lnTo>
                  <a:close/>
                </a:path>
              </a:pathLst>
            </a:custGeom>
            <a:ln w="6350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93333" y="5027396"/>
              <a:ext cx="27636" cy="304609"/>
            </a:xfrm>
            <a:prstGeom prst="rect">
              <a:avLst/>
            </a:prstGeom>
          </p:spPr>
        </p:pic>
      </p:grpSp>
      <p:sp>
        <p:nvSpPr>
          <p:cNvPr id="193" name="object 193"/>
          <p:cNvSpPr txBox="1"/>
          <p:nvPr/>
        </p:nvSpPr>
        <p:spPr>
          <a:xfrm>
            <a:off x="419458" y="4981376"/>
            <a:ext cx="16543019" cy="3987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260985" algn="ctr">
              <a:lnSpc>
                <a:spcPct val="100000"/>
              </a:lnSpc>
              <a:spcBef>
                <a:spcPts val="425"/>
              </a:spcBef>
            </a:pPr>
            <a:r>
              <a:rPr sz="1900" dirty="0">
                <a:solidFill>
                  <a:srgbClr val="4E3F9E"/>
                </a:solidFill>
                <a:latin typeface="Tahoma"/>
                <a:cs typeface="Tahoma"/>
              </a:rPr>
              <a:t>МАҲАЛЛАДА</a:t>
            </a:r>
            <a:r>
              <a:rPr sz="1900" spc="10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E3F9E"/>
                </a:solidFill>
                <a:latin typeface="Tahoma"/>
                <a:cs typeface="Tahoma"/>
              </a:rPr>
              <a:t>АМАЛГА</a:t>
            </a:r>
            <a:r>
              <a:rPr sz="1900" spc="10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4E3F9E"/>
                </a:solidFill>
                <a:latin typeface="Tahoma"/>
                <a:cs typeface="Tahoma"/>
              </a:rPr>
              <a:t>ОШИРИЛГАН</a:t>
            </a:r>
            <a:r>
              <a:rPr sz="1900" spc="9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00" b="1" spc="-10" dirty="0">
                <a:solidFill>
                  <a:srgbClr val="4E3F9E"/>
                </a:solidFill>
                <a:latin typeface="Tahoma"/>
                <a:cs typeface="Tahoma"/>
              </a:rPr>
              <a:t>МИКРОЛОЙИҲАЛАР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03835" y="2239853"/>
            <a:ext cx="10714355" cy="3044825"/>
            <a:chOff x="441662" y="2252403"/>
            <a:chExt cx="10714355" cy="3044825"/>
          </a:xfrm>
        </p:grpSpPr>
        <p:pic>
          <p:nvPicPr>
            <p:cNvPr id="195" name="object 19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12813" y="5053406"/>
              <a:ext cx="222012" cy="243705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5637642" y="2892318"/>
              <a:ext cx="0" cy="1899920"/>
            </a:xfrm>
            <a:custGeom>
              <a:avLst/>
              <a:gdLst/>
              <a:ahLst/>
              <a:cxnLst/>
              <a:rect l="l" t="t" r="r" b="b"/>
              <a:pathLst>
                <a:path h="1899920">
                  <a:moveTo>
                    <a:pt x="0" y="1568419"/>
                  </a:moveTo>
                  <a:lnTo>
                    <a:pt x="0" y="1899378"/>
                  </a:lnTo>
                </a:path>
                <a:path h="1899920">
                  <a:moveTo>
                    <a:pt x="0" y="0"/>
                  </a:moveTo>
                  <a:lnTo>
                    <a:pt x="0" y="184335"/>
                  </a:lnTo>
                </a:path>
              </a:pathLst>
            </a:custGeom>
            <a:ln w="35999">
              <a:solidFill>
                <a:srgbClr val="A4D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637642" y="3076653"/>
              <a:ext cx="0" cy="1384300"/>
            </a:xfrm>
            <a:custGeom>
              <a:avLst/>
              <a:gdLst/>
              <a:ahLst/>
              <a:cxnLst/>
              <a:rect l="l" t="t" r="r" b="b"/>
              <a:pathLst>
                <a:path h="1384300">
                  <a:moveTo>
                    <a:pt x="0" y="1384084"/>
                  </a:moveTo>
                  <a:lnTo>
                    <a:pt x="0" y="0"/>
                  </a:lnTo>
                </a:path>
              </a:pathLst>
            </a:custGeom>
            <a:ln w="54000">
              <a:solidFill>
                <a:srgbClr val="59A7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1128150" y="2892318"/>
              <a:ext cx="0" cy="1899920"/>
            </a:xfrm>
            <a:custGeom>
              <a:avLst/>
              <a:gdLst/>
              <a:ahLst/>
              <a:cxnLst/>
              <a:rect l="l" t="t" r="r" b="b"/>
              <a:pathLst>
                <a:path h="1899920">
                  <a:moveTo>
                    <a:pt x="0" y="1568419"/>
                  </a:moveTo>
                  <a:lnTo>
                    <a:pt x="0" y="1899378"/>
                  </a:lnTo>
                </a:path>
                <a:path h="1899920">
                  <a:moveTo>
                    <a:pt x="0" y="0"/>
                  </a:moveTo>
                  <a:lnTo>
                    <a:pt x="0" y="184335"/>
                  </a:lnTo>
                </a:path>
              </a:pathLst>
            </a:custGeom>
            <a:ln w="17999">
              <a:solidFill>
                <a:srgbClr val="A4DA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1128150" y="3076653"/>
              <a:ext cx="0" cy="1384300"/>
            </a:xfrm>
            <a:custGeom>
              <a:avLst/>
              <a:gdLst/>
              <a:ahLst/>
              <a:cxnLst/>
              <a:rect l="l" t="t" r="r" b="b"/>
              <a:pathLst>
                <a:path h="1384300">
                  <a:moveTo>
                    <a:pt x="0" y="1384084"/>
                  </a:moveTo>
                  <a:lnTo>
                    <a:pt x="0" y="0"/>
                  </a:lnTo>
                </a:path>
              </a:pathLst>
            </a:custGeom>
            <a:ln w="54000">
              <a:solidFill>
                <a:srgbClr val="59A7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995135" y="4311932"/>
              <a:ext cx="387480" cy="311129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441662" y="2252403"/>
              <a:ext cx="10518775" cy="428625"/>
            </a:xfrm>
            <a:custGeom>
              <a:avLst/>
              <a:gdLst/>
              <a:ahLst/>
              <a:cxnLst/>
              <a:rect l="l" t="t" r="r" b="b"/>
              <a:pathLst>
                <a:path w="10518775" h="428625">
                  <a:moveTo>
                    <a:pt x="10518688" y="0"/>
                  </a:moveTo>
                  <a:lnTo>
                    <a:pt x="0" y="0"/>
                  </a:lnTo>
                  <a:lnTo>
                    <a:pt x="0" y="428443"/>
                  </a:lnTo>
                  <a:lnTo>
                    <a:pt x="10518688" y="428443"/>
                  </a:lnTo>
                  <a:lnTo>
                    <a:pt x="10518688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491097" y="2301839"/>
              <a:ext cx="10420350" cy="330200"/>
            </a:xfrm>
            <a:custGeom>
              <a:avLst/>
              <a:gdLst/>
              <a:ahLst/>
              <a:cxnLst/>
              <a:rect l="l" t="t" r="r" b="b"/>
              <a:pathLst>
                <a:path w="10420350" h="330200">
                  <a:moveTo>
                    <a:pt x="10264679" y="0"/>
                  </a:moveTo>
                  <a:lnTo>
                    <a:pt x="155138" y="0"/>
                  </a:lnTo>
                  <a:lnTo>
                    <a:pt x="106252" y="8440"/>
                  </a:lnTo>
                  <a:lnTo>
                    <a:pt x="63683" y="31911"/>
                  </a:lnTo>
                  <a:lnTo>
                    <a:pt x="30044" y="67642"/>
                  </a:lnTo>
                  <a:lnTo>
                    <a:pt x="7946" y="112857"/>
                  </a:lnTo>
                  <a:lnTo>
                    <a:pt x="0" y="164790"/>
                  </a:lnTo>
                  <a:lnTo>
                    <a:pt x="7943" y="216718"/>
                  </a:lnTo>
                  <a:lnTo>
                    <a:pt x="30035" y="261933"/>
                  </a:lnTo>
                  <a:lnTo>
                    <a:pt x="63669" y="297662"/>
                  </a:lnTo>
                  <a:lnTo>
                    <a:pt x="106239" y="321133"/>
                  </a:lnTo>
                  <a:lnTo>
                    <a:pt x="155138" y="329572"/>
                  </a:lnTo>
                  <a:lnTo>
                    <a:pt x="10264679" y="329572"/>
                  </a:lnTo>
                  <a:lnTo>
                    <a:pt x="10313581" y="321136"/>
                  </a:lnTo>
                  <a:lnTo>
                    <a:pt x="10356151" y="297671"/>
                  </a:lnTo>
                  <a:lnTo>
                    <a:pt x="10389784" y="261947"/>
                  </a:lnTo>
                  <a:lnTo>
                    <a:pt x="10411875" y="216730"/>
                  </a:lnTo>
                  <a:lnTo>
                    <a:pt x="10419817" y="164786"/>
                  </a:lnTo>
                  <a:lnTo>
                    <a:pt x="10411868" y="112846"/>
                  </a:lnTo>
                  <a:lnTo>
                    <a:pt x="10389764" y="67629"/>
                  </a:lnTo>
                  <a:lnTo>
                    <a:pt x="10356121" y="31903"/>
                  </a:lnTo>
                  <a:lnTo>
                    <a:pt x="10313554" y="8437"/>
                  </a:lnTo>
                  <a:lnTo>
                    <a:pt x="10264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450446" y="2271567"/>
              <a:ext cx="10501630" cy="390525"/>
            </a:xfrm>
            <a:custGeom>
              <a:avLst/>
              <a:gdLst/>
              <a:ahLst/>
              <a:cxnLst/>
              <a:rect l="l" t="t" r="r" b="b"/>
              <a:pathLst>
                <a:path w="10501630" h="390525">
                  <a:moveTo>
                    <a:pt x="10317485" y="0"/>
                  </a:moveTo>
                  <a:lnTo>
                    <a:pt x="183635" y="0"/>
                  </a:lnTo>
                  <a:lnTo>
                    <a:pt x="134973" y="7000"/>
                  </a:lnTo>
                  <a:lnTo>
                    <a:pt x="91149" y="26736"/>
                  </a:lnTo>
                  <a:lnTo>
                    <a:pt x="53953" y="57308"/>
                  </a:lnTo>
                  <a:lnTo>
                    <a:pt x="25170" y="96818"/>
                  </a:lnTo>
                  <a:lnTo>
                    <a:pt x="6590" y="143368"/>
                  </a:lnTo>
                  <a:lnTo>
                    <a:pt x="0" y="195058"/>
                  </a:lnTo>
                  <a:lnTo>
                    <a:pt x="6588" y="246751"/>
                  </a:lnTo>
                  <a:lnTo>
                    <a:pt x="25164" y="293301"/>
                  </a:lnTo>
                  <a:lnTo>
                    <a:pt x="53942" y="332813"/>
                  </a:lnTo>
                  <a:lnTo>
                    <a:pt x="91137" y="363388"/>
                  </a:lnTo>
                  <a:lnTo>
                    <a:pt x="134963" y="383126"/>
                  </a:lnTo>
                  <a:lnTo>
                    <a:pt x="183635" y="390127"/>
                  </a:lnTo>
                  <a:lnTo>
                    <a:pt x="10317485" y="390127"/>
                  </a:lnTo>
                  <a:lnTo>
                    <a:pt x="10366159" y="383128"/>
                  </a:lnTo>
                  <a:lnTo>
                    <a:pt x="10409987" y="363396"/>
                  </a:lnTo>
                  <a:lnTo>
                    <a:pt x="10447183" y="332827"/>
                  </a:lnTo>
                  <a:lnTo>
                    <a:pt x="10475962" y="293317"/>
                  </a:lnTo>
                  <a:lnTo>
                    <a:pt x="10494539" y="246763"/>
                  </a:lnTo>
                  <a:lnTo>
                    <a:pt x="10501128" y="195061"/>
                  </a:lnTo>
                  <a:lnTo>
                    <a:pt x="10494535" y="143358"/>
                  </a:lnTo>
                  <a:lnTo>
                    <a:pt x="10475949" y="96805"/>
                  </a:lnTo>
                  <a:lnTo>
                    <a:pt x="10447160" y="57297"/>
                  </a:lnTo>
                  <a:lnTo>
                    <a:pt x="10409960" y="26729"/>
                  </a:lnTo>
                  <a:lnTo>
                    <a:pt x="10366138" y="6998"/>
                  </a:lnTo>
                  <a:lnTo>
                    <a:pt x="10317485" y="0"/>
                  </a:lnTo>
                  <a:close/>
                </a:path>
              </a:pathLst>
            </a:custGeom>
            <a:ln w="6350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33529" y="2301818"/>
              <a:ext cx="29716" cy="327564"/>
            </a:xfrm>
            <a:prstGeom prst="rect">
              <a:avLst/>
            </a:prstGeom>
          </p:spPr>
        </p:pic>
      </p:grpSp>
      <p:sp>
        <p:nvSpPr>
          <p:cNvPr id="205" name="object 205"/>
          <p:cNvSpPr txBox="1"/>
          <p:nvPr/>
        </p:nvSpPr>
        <p:spPr>
          <a:xfrm>
            <a:off x="8556401" y="4227179"/>
            <a:ext cx="1816735" cy="502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0">
              <a:lnSpc>
                <a:spcPts val="1415"/>
              </a:lnSpc>
              <a:spcBef>
                <a:spcPts val="120"/>
              </a:spcBef>
            </a:pPr>
            <a:r>
              <a:rPr lang="uz-Cyrl-UZ" sz="1250" spc="-60" dirty="0">
                <a:solidFill>
                  <a:srgbClr val="16387F"/>
                </a:solidFill>
                <a:latin typeface="Tahoma"/>
                <a:cs typeface="Tahoma"/>
              </a:rPr>
              <a:t>Бандлиги </a:t>
            </a:r>
            <a:r>
              <a:rPr lang="ru-RU" sz="1200" spc="-70" dirty="0" err="1">
                <a:solidFill>
                  <a:srgbClr val="16387F"/>
                </a:solidFill>
                <a:latin typeface="Tahoma"/>
                <a:cs typeface="Tahoma"/>
              </a:rPr>
              <a:t>таъминланган</a:t>
            </a:r>
            <a:endParaRPr sz="1250" dirty="0">
              <a:latin typeface="Tahoma"/>
              <a:cs typeface="Tahoma"/>
            </a:endParaRPr>
          </a:p>
          <a:p>
            <a:pPr marL="12700">
              <a:lnSpc>
                <a:spcPts val="2315"/>
              </a:lnSpc>
            </a:pPr>
            <a:r>
              <a:rPr lang="uz-Cyrl-UZ" sz="2000" b="1" spc="75" dirty="0">
                <a:solidFill>
                  <a:srgbClr val="FF0000"/>
                </a:solidFill>
                <a:latin typeface="Tahoma"/>
                <a:cs typeface="Tahoma"/>
              </a:rPr>
              <a:t>10</a:t>
            </a:r>
            <a:r>
              <a:rPr sz="2000" b="1" spc="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uz-Cyrl-UZ" sz="1350" b="1" spc="-25" dirty="0">
                <a:solidFill>
                  <a:srgbClr val="16387F"/>
                </a:solidFill>
                <a:latin typeface="Tahoma"/>
                <a:cs typeface="Tahoma"/>
              </a:rPr>
              <a:t>нафар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2378725" y="2299093"/>
            <a:ext cx="5381160" cy="2757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dirty="0">
                <a:solidFill>
                  <a:srgbClr val="4E3F9E"/>
                </a:solidFill>
                <a:latin typeface="Tahoma"/>
                <a:cs typeface="Tahoma"/>
              </a:rPr>
              <a:t>БАНК</a:t>
            </a:r>
            <a:r>
              <a:rPr sz="1700" b="1" spc="17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E3F9E"/>
                </a:solidFill>
                <a:latin typeface="Tahoma"/>
                <a:cs typeface="Tahoma"/>
              </a:rPr>
              <a:t>ТОМОНИДАН</a:t>
            </a:r>
            <a:r>
              <a:rPr sz="1700" b="1" spc="18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dirty="0">
                <a:solidFill>
                  <a:srgbClr val="4E3F9E"/>
                </a:solidFill>
                <a:latin typeface="Tahoma"/>
                <a:cs typeface="Tahoma"/>
              </a:rPr>
              <a:t>АЖРАТИЛГАН</a:t>
            </a:r>
            <a:r>
              <a:rPr sz="1700" b="1" spc="18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spc="-10" dirty="0">
                <a:solidFill>
                  <a:srgbClr val="4E3F9E"/>
                </a:solidFill>
                <a:latin typeface="Tahoma"/>
                <a:cs typeface="Tahoma"/>
              </a:rPr>
              <a:t>КРЕДИТЛАР</a:t>
            </a:r>
            <a:endParaRPr sz="1700" b="1" dirty="0">
              <a:latin typeface="Tahoma"/>
              <a:cs typeface="Tahoma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632875" y="2252403"/>
            <a:ext cx="16425544" cy="428625"/>
            <a:chOff x="632875" y="2252403"/>
            <a:chExt cx="16425544" cy="428625"/>
          </a:xfrm>
        </p:grpSpPr>
        <p:pic>
          <p:nvPicPr>
            <p:cNvPr id="208" name="object 20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32875" y="2329848"/>
              <a:ext cx="237755" cy="262011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11236457" y="2252403"/>
              <a:ext cx="5821680" cy="428625"/>
            </a:xfrm>
            <a:custGeom>
              <a:avLst/>
              <a:gdLst/>
              <a:ahLst/>
              <a:cxnLst/>
              <a:rect l="l" t="t" r="r" b="b"/>
              <a:pathLst>
                <a:path w="5821680" h="428625">
                  <a:moveTo>
                    <a:pt x="5821582" y="0"/>
                  </a:moveTo>
                  <a:lnTo>
                    <a:pt x="0" y="0"/>
                  </a:lnTo>
                  <a:lnTo>
                    <a:pt x="0" y="428443"/>
                  </a:lnTo>
                  <a:lnTo>
                    <a:pt x="5821582" y="428443"/>
                  </a:lnTo>
                  <a:lnTo>
                    <a:pt x="5821582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1285891" y="2301839"/>
              <a:ext cx="5723255" cy="330200"/>
            </a:xfrm>
            <a:custGeom>
              <a:avLst/>
              <a:gdLst/>
              <a:ahLst/>
              <a:cxnLst/>
              <a:rect l="l" t="t" r="r" b="b"/>
              <a:pathLst>
                <a:path w="5723255" h="330200">
                  <a:moveTo>
                    <a:pt x="5563670" y="0"/>
                  </a:moveTo>
                  <a:lnTo>
                    <a:pt x="159030" y="0"/>
                  </a:lnTo>
                  <a:lnTo>
                    <a:pt x="116894" y="5914"/>
                  </a:lnTo>
                  <a:lnTo>
                    <a:pt x="78944" y="22589"/>
                  </a:lnTo>
                  <a:lnTo>
                    <a:pt x="46730" y="48419"/>
                  </a:lnTo>
                  <a:lnTo>
                    <a:pt x="21801" y="81798"/>
                  </a:lnTo>
                  <a:lnTo>
                    <a:pt x="5708" y="121122"/>
                  </a:lnTo>
                  <a:lnTo>
                    <a:pt x="0" y="164790"/>
                  </a:lnTo>
                  <a:lnTo>
                    <a:pt x="5706" y="208453"/>
                  </a:lnTo>
                  <a:lnTo>
                    <a:pt x="21794" y="247777"/>
                  </a:lnTo>
                  <a:lnTo>
                    <a:pt x="46716" y="281155"/>
                  </a:lnTo>
                  <a:lnTo>
                    <a:pt x="78928" y="306984"/>
                  </a:lnTo>
                  <a:lnTo>
                    <a:pt x="116881" y="323658"/>
                  </a:lnTo>
                  <a:lnTo>
                    <a:pt x="159030" y="329572"/>
                  </a:lnTo>
                  <a:lnTo>
                    <a:pt x="5563670" y="329572"/>
                  </a:lnTo>
                  <a:lnTo>
                    <a:pt x="5605823" y="323660"/>
                  </a:lnTo>
                  <a:lnTo>
                    <a:pt x="5643780" y="306992"/>
                  </a:lnTo>
                  <a:lnTo>
                    <a:pt x="5675993" y="281168"/>
                  </a:lnTo>
                  <a:lnTo>
                    <a:pt x="5700916" y="247793"/>
                  </a:lnTo>
                  <a:lnTo>
                    <a:pt x="5717005" y="208466"/>
                  </a:lnTo>
                  <a:lnTo>
                    <a:pt x="5722711" y="164786"/>
                  </a:lnTo>
                  <a:lnTo>
                    <a:pt x="5717000" y="121111"/>
                  </a:lnTo>
                  <a:lnTo>
                    <a:pt x="5700900" y="81784"/>
                  </a:lnTo>
                  <a:lnTo>
                    <a:pt x="5675966" y="48407"/>
                  </a:lnTo>
                  <a:lnTo>
                    <a:pt x="5643747" y="22582"/>
                  </a:lnTo>
                  <a:lnTo>
                    <a:pt x="5605798" y="5912"/>
                  </a:lnTo>
                  <a:lnTo>
                    <a:pt x="5563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1244214" y="2271567"/>
              <a:ext cx="5806440" cy="390525"/>
            </a:xfrm>
            <a:custGeom>
              <a:avLst/>
              <a:gdLst/>
              <a:ahLst/>
              <a:cxnLst/>
              <a:rect l="l" t="t" r="r" b="b"/>
              <a:pathLst>
                <a:path w="5806440" h="390525">
                  <a:moveTo>
                    <a:pt x="5617808" y="0"/>
                  </a:moveTo>
                  <a:lnTo>
                    <a:pt x="188252" y="0"/>
                  </a:lnTo>
                  <a:lnTo>
                    <a:pt x="145232" y="5176"/>
                  </a:lnTo>
                  <a:lnTo>
                    <a:pt x="105665" y="19909"/>
                  </a:lnTo>
                  <a:lnTo>
                    <a:pt x="70703" y="43001"/>
                  </a:lnTo>
                  <a:lnTo>
                    <a:pt x="41502" y="73259"/>
                  </a:lnTo>
                  <a:lnTo>
                    <a:pt x="19214" y="109484"/>
                  </a:lnTo>
                  <a:lnTo>
                    <a:pt x="4996" y="150482"/>
                  </a:lnTo>
                  <a:lnTo>
                    <a:pt x="0" y="195058"/>
                  </a:lnTo>
                  <a:lnTo>
                    <a:pt x="4994" y="239636"/>
                  </a:lnTo>
                  <a:lnTo>
                    <a:pt x="19209" y="280635"/>
                  </a:lnTo>
                  <a:lnTo>
                    <a:pt x="41491" y="316862"/>
                  </a:lnTo>
                  <a:lnTo>
                    <a:pt x="70689" y="347121"/>
                  </a:lnTo>
                  <a:lnTo>
                    <a:pt x="105650" y="370216"/>
                  </a:lnTo>
                  <a:lnTo>
                    <a:pt x="145222" y="384950"/>
                  </a:lnTo>
                  <a:lnTo>
                    <a:pt x="188252" y="390127"/>
                  </a:lnTo>
                  <a:lnTo>
                    <a:pt x="5617808" y="390127"/>
                  </a:lnTo>
                  <a:lnTo>
                    <a:pt x="5660838" y="384952"/>
                  </a:lnTo>
                  <a:lnTo>
                    <a:pt x="5700411" y="370222"/>
                  </a:lnTo>
                  <a:lnTo>
                    <a:pt x="5735374" y="347133"/>
                  </a:lnTo>
                  <a:lnTo>
                    <a:pt x="5764573" y="316878"/>
                  </a:lnTo>
                  <a:lnTo>
                    <a:pt x="5786856" y="280652"/>
                  </a:lnTo>
                  <a:lnTo>
                    <a:pt x="5801072" y="239648"/>
                  </a:lnTo>
                  <a:lnTo>
                    <a:pt x="5806066" y="195061"/>
                  </a:lnTo>
                  <a:lnTo>
                    <a:pt x="5801068" y="150472"/>
                  </a:lnTo>
                  <a:lnTo>
                    <a:pt x="5786844" y="109470"/>
                  </a:lnTo>
                  <a:lnTo>
                    <a:pt x="5764550" y="73245"/>
                  </a:lnTo>
                  <a:lnTo>
                    <a:pt x="5735343" y="42991"/>
                  </a:lnTo>
                  <a:lnTo>
                    <a:pt x="5700380" y="19903"/>
                  </a:lnTo>
                  <a:lnTo>
                    <a:pt x="5660816" y="5174"/>
                  </a:lnTo>
                  <a:lnTo>
                    <a:pt x="5617808" y="0"/>
                  </a:lnTo>
                  <a:close/>
                </a:path>
              </a:pathLst>
            </a:custGeom>
            <a:ln w="6350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739438" y="2301818"/>
              <a:ext cx="30459" cy="327564"/>
            </a:xfrm>
            <a:prstGeom prst="rect">
              <a:avLst/>
            </a:prstGeom>
          </p:spPr>
        </p:pic>
      </p:grpSp>
      <p:sp>
        <p:nvSpPr>
          <p:cNvPr id="213" name="object 213"/>
          <p:cNvSpPr txBox="1"/>
          <p:nvPr/>
        </p:nvSpPr>
        <p:spPr>
          <a:xfrm>
            <a:off x="12272063" y="2311974"/>
            <a:ext cx="3678057" cy="2757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1700" b="1" spc="-60" dirty="0">
                <a:solidFill>
                  <a:srgbClr val="4E3F9E"/>
                </a:solidFill>
                <a:latin typeface="Tahoma"/>
                <a:cs typeface="Tahoma"/>
              </a:rPr>
              <a:t>АҲОЛИ</a:t>
            </a:r>
            <a:r>
              <a:rPr sz="1700" b="1" spc="-2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spc="-65" dirty="0">
                <a:solidFill>
                  <a:srgbClr val="4E3F9E"/>
                </a:solidFill>
                <a:latin typeface="Tahoma"/>
                <a:cs typeface="Tahoma"/>
              </a:rPr>
              <a:t>БАНДЛИГИ</a:t>
            </a:r>
            <a:r>
              <a:rPr sz="1700" b="1" spc="-2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700" b="1" spc="-35" dirty="0">
                <a:solidFill>
                  <a:srgbClr val="4E3F9E"/>
                </a:solidFill>
                <a:latin typeface="Tahoma"/>
                <a:cs typeface="Tahoma"/>
              </a:rPr>
              <a:t>ТАЪМИНЛАШ</a:t>
            </a:r>
            <a:endParaRPr sz="1700" b="1" dirty="0">
              <a:latin typeface="Tahoma"/>
              <a:cs typeface="Tahom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11241774" y="2329848"/>
            <a:ext cx="2689225" cy="2604135"/>
            <a:chOff x="11241774" y="2329848"/>
            <a:chExt cx="2689225" cy="2604135"/>
          </a:xfrm>
        </p:grpSpPr>
        <p:pic>
          <p:nvPicPr>
            <p:cNvPr id="215" name="object 21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431229" y="2329848"/>
              <a:ext cx="243725" cy="262011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102923" y="2986012"/>
              <a:ext cx="827848" cy="716365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1304626" y="2971354"/>
              <a:ext cx="912602" cy="716362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11482952" y="2826842"/>
              <a:ext cx="2268855" cy="1018540"/>
            </a:xfrm>
            <a:custGeom>
              <a:avLst/>
              <a:gdLst/>
              <a:ahLst/>
              <a:cxnLst/>
              <a:rect l="l" t="t" r="r" b="b"/>
              <a:pathLst>
                <a:path w="2268855" h="1018539">
                  <a:moveTo>
                    <a:pt x="2226200" y="0"/>
                  </a:moveTo>
                  <a:lnTo>
                    <a:pt x="60101" y="0"/>
                  </a:lnTo>
                  <a:lnTo>
                    <a:pt x="36768" y="1634"/>
                  </a:lnTo>
                  <a:lnTo>
                    <a:pt x="17657" y="6082"/>
                  </a:lnTo>
                  <a:lnTo>
                    <a:pt x="4743" y="12664"/>
                  </a:lnTo>
                  <a:lnTo>
                    <a:pt x="0" y="20699"/>
                  </a:lnTo>
                  <a:lnTo>
                    <a:pt x="0" y="997508"/>
                  </a:lnTo>
                  <a:lnTo>
                    <a:pt x="4743" y="1005544"/>
                  </a:lnTo>
                  <a:lnTo>
                    <a:pt x="17657" y="1012126"/>
                  </a:lnTo>
                  <a:lnTo>
                    <a:pt x="36768" y="1016575"/>
                  </a:lnTo>
                  <a:lnTo>
                    <a:pt x="60101" y="1018209"/>
                  </a:lnTo>
                  <a:lnTo>
                    <a:pt x="2101532" y="1018209"/>
                  </a:lnTo>
                  <a:lnTo>
                    <a:pt x="2226200" y="1018209"/>
                  </a:lnTo>
                  <a:lnTo>
                    <a:pt x="2242536" y="1016575"/>
                  </a:lnTo>
                  <a:lnTo>
                    <a:pt x="2255917" y="1012126"/>
                  </a:lnTo>
                  <a:lnTo>
                    <a:pt x="2264959" y="1005544"/>
                  </a:lnTo>
                  <a:lnTo>
                    <a:pt x="2268280" y="997508"/>
                  </a:lnTo>
                  <a:lnTo>
                    <a:pt x="2268280" y="20699"/>
                  </a:lnTo>
                  <a:lnTo>
                    <a:pt x="2264959" y="12664"/>
                  </a:lnTo>
                  <a:lnTo>
                    <a:pt x="2255917" y="6082"/>
                  </a:lnTo>
                  <a:lnTo>
                    <a:pt x="2242536" y="1634"/>
                  </a:lnTo>
                  <a:lnTo>
                    <a:pt x="222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274011" y="4020295"/>
              <a:ext cx="1051473" cy="347014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241774" y="4237530"/>
              <a:ext cx="1204476" cy="695869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11274011" y="4367310"/>
              <a:ext cx="1051560" cy="481965"/>
            </a:xfrm>
            <a:custGeom>
              <a:avLst/>
              <a:gdLst/>
              <a:ahLst/>
              <a:cxnLst/>
              <a:rect l="l" t="t" r="r" b="b"/>
              <a:pathLst>
                <a:path w="1051559" h="481964">
                  <a:moveTo>
                    <a:pt x="1051473" y="0"/>
                  </a:moveTo>
                  <a:lnTo>
                    <a:pt x="0" y="0"/>
                  </a:lnTo>
                  <a:lnTo>
                    <a:pt x="0" y="339116"/>
                  </a:lnTo>
                  <a:lnTo>
                    <a:pt x="6742" y="384181"/>
                  </a:lnTo>
                  <a:lnTo>
                    <a:pt x="25518" y="423319"/>
                  </a:lnTo>
                  <a:lnTo>
                    <a:pt x="54149" y="454183"/>
                  </a:lnTo>
                  <a:lnTo>
                    <a:pt x="90456" y="474423"/>
                  </a:lnTo>
                  <a:lnTo>
                    <a:pt x="132260" y="481691"/>
                  </a:lnTo>
                  <a:lnTo>
                    <a:pt x="919219" y="481691"/>
                  </a:lnTo>
                  <a:lnTo>
                    <a:pt x="961020" y="474423"/>
                  </a:lnTo>
                  <a:lnTo>
                    <a:pt x="997325" y="454183"/>
                  </a:lnTo>
                  <a:lnTo>
                    <a:pt x="1025955" y="423319"/>
                  </a:lnTo>
                  <a:lnTo>
                    <a:pt x="1044730" y="384181"/>
                  </a:lnTo>
                  <a:lnTo>
                    <a:pt x="1051473" y="339116"/>
                  </a:lnTo>
                  <a:lnTo>
                    <a:pt x="1051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1736396" y="4433672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0"/>
                  </a:moveTo>
                  <a:lnTo>
                    <a:pt x="0" y="348642"/>
                  </a:lnTo>
                </a:path>
              </a:pathLst>
            </a:custGeom>
            <a:ln w="12701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3" name="object 22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471393" y="4020295"/>
              <a:ext cx="1051469" cy="347018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2394997" y="4237534"/>
              <a:ext cx="1204476" cy="695869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12471393" y="4367314"/>
              <a:ext cx="1051560" cy="481965"/>
            </a:xfrm>
            <a:custGeom>
              <a:avLst/>
              <a:gdLst/>
              <a:ahLst/>
              <a:cxnLst/>
              <a:rect l="l" t="t" r="r" b="b"/>
              <a:pathLst>
                <a:path w="1051559" h="481964">
                  <a:moveTo>
                    <a:pt x="1051469" y="0"/>
                  </a:moveTo>
                  <a:lnTo>
                    <a:pt x="0" y="0"/>
                  </a:lnTo>
                  <a:lnTo>
                    <a:pt x="0" y="339116"/>
                  </a:lnTo>
                  <a:lnTo>
                    <a:pt x="6742" y="384181"/>
                  </a:lnTo>
                  <a:lnTo>
                    <a:pt x="25517" y="423319"/>
                  </a:lnTo>
                  <a:lnTo>
                    <a:pt x="54147" y="454182"/>
                  </a:lnTo>
                  <a:lnTo>
                    <a:pt x="90452" y="474422"/>
                  </a:lnTo>
                  <a:lnTo>
                    <a:pt x="132256" y="481690"/>
                  </a:lnTo>
                  <a:lnTo>
                    <a:pt x="919217" y="481690"/>
                  </a:lnTo>
                  <a:lnTo>
                    <a:pt x="961017" y="474422"/>
                  </a:lnTo>
                  <a:lnTo>
                    <a:pt x="997321" y="454182"/>
                  </a:lnTo>
                  <a:lnTo>
                    <a:pt x="1025951" y="423319"/>
                  </a:lnTo>
                  <a:lnTo>
                    <a:pt x="1044727" y="384181"/>
                  </a:lnTo>
                  <a:lnTo>
                    <a:pt x="1051469" y="339116"/>
                  </a:lnTo>
                  <a:lnTo>
                    <a:pt x="1051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2933773" y="4433676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0"/>
                  </a:moveTo>
                  <a:lnTo>
                    <a:pt x="0" y="348639"/>
                  </a:lnTo>
                </a:path>
              </a:pathLst>
            </a:custGeom>
            <a:ln w="12701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12524408" y="4008295"/>
            <a:ext cx="937894" cy="349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280"/>
              </a:lnSpc>
              <a:spcBef>
                <a:spcPts val="90"/>
              </a:spcBef>
            </a:pPr>
            <a:r>
              <a:rPr sz="1100" b="1" spc="-170" dirty="0">
                <a:solidFill>
                  <a:srgbClr val="FFFFFF"/>
                </a:solidFill>
                <a:latin typeface="Tahoma"/>
                <a:cs typeface="Tahoma"/>
              </a:rPr>
              <a:t>Тадбиркорликка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280"/>
              </a:lnSpc>
            </a:pPr>
            <a:r>
              <a:rPr sz="1100" spc="-170" dirty="0">
                <a:solidFill>
                  <a:srgbClr val="FFFFFF"/>
                </a:solidFill>
                <a:latin typeface="Tahoma"/>
                <a:cs typeface="Tahoma"/>
              </a:rPr>
              <a:t>жалб</a:t>
            </a: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қилинди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4829527" y="4020295"/>
            <a:ext cx="1204595" cy="913130"/>
            <a:chOff x="14829527" y="4020295"/>
            <a:chExt cx="1204595" cy="913130"/>
          </a:xfrm>
        </p:grpSpPr>
        <p:pic>
          <p:nvPicPr>
            <p:cNvPr id="229" name="object 22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905922" y="4020295"/>
              <a:ext cx="1051469" cy="347018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829527" y="4237534"/>
              <a:ext cx="1204476" cy="695869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4905922" y="4367314"/>
              <a:ext cx="1051560" cy="481965"/>
            </a:xfrm>
            <a:custGeom>
              <a:avLst/>
              <a:gdLst/>
              <a:ahLst/>
              <a:cxnLst/>
              <a:rect l="l" t="t" r="r" b="b"/>
              <a:pathLst>
                <a:path w="1051559" h="481964">
                  <a:moveTo>
                    <a:pt x="1051469" y="0"/>
                  </a:moveTo>
                  <a:lnTo>
                    <a:pt x="0" y="0"/>
                  </a:lnTo>
                  <a:lnTo>
                    <a:pt x="0" y="339116"/>
                  </a:lnTo>
                  <a:lnTo>
                    <a:pt x="6742" y="384181"/>
                  </a:lnTo>
                  <a:lnTo>
                    <a:pt x="25517" y="423319"/>
                  </a:lnTo>
                  <a:lnTo>
                    <a:pt x="54147" y="454182"/>
                  </a:lnTo>
                  <a:lnTo>
                    <a:pt x="90452" y="474422"/>
                  </a:lnTo>
                  <a:lnTo>
                    <a:pt x="132256" y="481690"/>
                  </a:lnTo>
                  <a:lnTo>
                    <a:pt x="919217" y="481690"/>
                  </a:lnTo>
                  <a:lnTo>
                    <a:pt x="961017" y="474422"/>
                  </a:lnTo>
                  <a:lnTo>
                    <a:pt x="997321" y="454182"/>
                  </a:lnTo>
                  <a:lnTo>
                    <a:pt x="1025951" y="423319"/>
                  </a:lnTo>
                  <a:lnTo>
                    <a:pt x="1044727" y="384181"/>
                  </a:lnTo>
                  <a:lnTo>
                    <a:pt x="1051469" y="339116"/>
                  </a:lnTo>
                  <a:lnTo>
                    <a:pt x="1051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15368307" y="4433676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0"/>
                  </a:moveTo>
                  <a:lnTo>
                    <a:pt x="0" y="348639"/>
                  </a:lnTo>
                </a:path>
              </a:pathLst>
            </a:custGeom>
            <a:ln w="12701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3" name="object 233"/>
          <p:cNvSpPr txBox="1"/>
          <p:nvPr/>
        </p:nvSpPr>
        <p:spPr>
          <a:xfrm>
            <a:off x="15005387" y="4018818"/>
            <a:ext cx="840105" cy="338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35"/>
              </a:lnSpc>
              <a:spcBef>
                <a:spcPts val="90"/>
              </a:spcBef>
            </a:pPr>
            <a:r>
              <a:rPr sz="1100" b="1" spc="-110" dirty="0">
                <a:solidFill>
                  <a:srgbClr val="FFFFFF"/>
                </a:solidFill>
                <a:latin typeface="Tahoma"/>
                <a:cs typeface="Tahoma"/>
              </a:rPr>
              <a:t>Касб</a:t>
            </a:r>
            <a:r>
              <a:rPr sz="11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FFFFFF"/>
                </a:solidFill>
                <a:latin typeface="Tahoma"/>
                <a:cs typeface="Tahoma"/>
              </a:rPr>
              <a:t>хунарга</a:t>
            </a:r>
            <a:endParaRPr sz="1100">
              <a:latin typeface="Tahoma"/>
              <a:cs typeface="Tahoma"/>
            </a:endParaRPr>
          </a:p>
          <a:p>
            <a:pPr marL="47625">
              <a:lnSpc>
                <a:spcPts val="1235"/>
              </a:lnSpc>
            </a:pPr>
            <a:r>
              <a:rPr sz="1100" spc="-70" dirty="0">
                <a:solidFill>
                  <a:srgbClr val="FFFFFF"/>
                </a:solidFill>
                <a:latin typeface="Tahoma"/>
                <a:cs typeface="Tahoma"/>
              </a:rPr>
              <a:t>ўқитилганлар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11361990" y="4003187"/>
            <a:ext cx="883285" cy="354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300"/>
              </a:lnSpc>
              <a:spcBef>
                <a:spcPts val="90"/>
              </a:spcBef>
            </a:pPr>
            <a:r>
              <a:rPr sz="1100" b="1" spc="-145" dirty="0">
                <a:solidFill>
                  <a:srgbClr val="FFFFFF"/>
                </a:solidFill>
                <a:latin typeface="Tahoma"/>
                <a:cs typeface="Tahoma"/>
              </a:rPr>
              <a:t>Доимий</a:t>
            </a:r>
            <a:r>
              <a:rPr sz="11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FFFFFF"/>
                </a:solidFill>
                <a:latin typeface="Tahoma"/>
                <a:cs typeface="Tahoma"/>
              </a:rPr>
              <a:t>ишга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1300"/>
              </a:lnSpc>
            </a:pPr>
            <a:r>
              <a:rPr sz="1100" spc="-120" dirty="0">
                <a:solidFill>
                  <a:srgbClr val="FFFFFF"/>
                </a:solidFill>
                <a:latin typeface="Tahoma"/>
                <a:cs typeface="Tahoma"/>
              </a:rPr>
              <a:t>жойлаштирилди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13632149" y="4020295"/>
            <a:ext cx="1204595" cy="913130"/>
            <a:chOff x="13632149" y="4020295"/>
            <a:chExt cx="1204595" cy="913130"/>
          </a:xfrm>
        </p:grpSpPr>
        <p:pic>
          <p:nvPicPr>
            <p:cNvPr id="236" name="object 23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3708547" y="4020295"/>
              <a:ext cx="1051469" cy="347014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632149" y="4237530"/>
              <a:ext cx="1204480" cy="695869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13708547" y="4367310"/>
              <a:ext cx="1051560" cy="481965"/>
            </a:xfrm>
            <a:custGeom>
              <a:avLst/>
              <a:gdLst/>
              <a:ahLst/>
              <a:cxnLst/>
              <a:rect l="l" t="t" r="r" b="b"/>
              <a:pathLst>
                <a:path w="1051559" h="481964">
                  <a:moveTo>
                    <a:pt x="1051469" y="0"/>
                  </a:moveTo>
                  <a:lnTo>
                    <a:pt x="0" y="0"/>
                  </a:lnTo>
                  <a:lnTo>
                    <a:pt x="0" y="339116"/>
                  </a:lnTo>
                  <a:lnTo>
                    <a:pt x="6742" y="384181"/>
                  </a:lnTo>
                  <a:lnTo>
                    <a:pt x="25516" y="423319"/>
                  </a:lnTo>
                  <a:lnTo>
                    <a:pt x="54146" y="454183"/>
                  </a:lnTo>
                  <a:lnTo>
                    <a:pt x="90451" y="474423"/>
                  </a:lnTo>
                  <a:lnTo>
                    <a:pt x="132256" y="481691"/>
                  </a:lnTo>
                  <a:lnTo>
                    <a:pt x="919213" y="481691"/>
                  </a:lnTo>
                  <a:lnTo>
                    <a:pt x="961015" y="474423"/>
                  </a:lnTo>
                  <a:lnTo>
                    <a:pt x="997320" y="454183"/>
                  </a:lnTo>
                  <a:lnTo>
                    <a:pt x="1025951" y="423319"/>
                  </a:lnTo>
                  <a:lnTo>
                    <a:pt x="1044727" y="384181"/>
                  </a:lnTo>
                  <a:lnTo>
                    <a:pt x="1051469" y="339116"/>
                  </a:lnTo>
                  <a:lnTo>
                    <a:pt x="1051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4170927" y="4433673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0"/>
                  </a:moveTo>
                  <a:lnTo>
                    <a:pt x="0" y="348642"/>
                  </a:lnTo>
                </a:path>
              </a:pathLst>
            </a:custGeom>
            <a:ln w="12701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0" name="object 240"/>
          <p:cNvSpPr txBox="1"/>
          <p:nvPr/>
        </p:nvSpPr>
        <p:spPr>
          <a:xfrm>
            <a:off x="13772466" y="4027754"/>
            <a:ext cx="916305" cy="330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205"/>
              </a:lnSpc>
              <a:spcBef>
                <a:spcPts val="90"/>
              </a:spcBef>
            </a:pPr>
            <a:r>
              <a:rPr sz="1100" b="1" spc="-150" dirty="0">
                <a:solidFill>
                  <a:srgbClr val="FFFFFF"/>
                </a:solidFill>
                <a:latin typeface="Tahoma"/>
                <a:cs typeface="Tahoma"/>
              </a:rPr>
              <a:t>Ўзини</a:t>
            </a:r>
            <a:r>
              <a:rPr sz="11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40" dirty="0">
                <a:solidFill>
                  <a:srgbClr val="FFFFFF"/>
                </a:solidFill>
                <a:latin typeface="Tahoma"/>
                <a:cs typeface="Tahoma"/>
              </a:rPr>
              <a:t>ўзи</a:t>
            </a:r>
            <a:r>
              <a:rPr sz="11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100" dirty="0">
                <a:solidFill>
                  <a:srgbClr val="FFFFFF"/>
                </a:solidFill>
                <a:latin typeface="Tahoma"/>
                <a:cs typeface="Tahoma"/>
              </a:rPr>
              <a:t>банд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205"/>
              </a:lnSpc>
            </a:pP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қилганлар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445356" y="3564337"/>
            <a:ext cx="16389985" cy="4928235"/>
            <a:chOff x="445356" y="3564337"/>
            <a:chExt cx="16389985" cy="4928235"/>
          </a:xfrm>
        </p:grpSpPr>
        <p:sp>
          <p:nvSpPr>
            <p:cNvPr id="242" name="object 242"/>
            <p:cNvSpPr/>
            <p:nvPr/>
          </p:nvSpPr>
          <p:spPr>
            <a:xfrm>
              <a:off x="2485684" y="3564337"/>
              <a:ext cx="299085" cy="329565"/>
            </a:xfrm>
            <a:custGeom>
              <a:avLst/>
              <a:gdLst/>
              <a:ahLst/>
              <a:cxnLst/>
              <a:rect l="l" t="t" r="r" b="b"/>
              <a:pathLst>
                <a:path w="299085" h="329564">
                  <a:moveTo>
                    <a:pt x="128015" y="0"/>
                  </a:moveTo>
                  <a:lnTo>
                    <a:pt x="117349" y="0"/>
                  </a:lnTo>
                  <a:lnTo>
                    <a:pt x="104684" y="2266"/>
                  </a:lnTo>
                  <a:lnTo>
                    <a:pt x="94989" y="8788"/>
                  </a:lnTo>
                  <a:lnTo>
                    <a:pt x="88591" y="18633"/>
                  </a:lnTo>
                  <a:lnTo>
                    <a:pt x="85469" y="31116"/>
                  </a:lnTo>
                  <a:lnTo>
                    <a:pt x="22986" y="31116"/>
                  </a:lnTo>
                  <a:lnTo>
                    <a:pt x="153" y="279670"/>
                  </a:lnTo>
                  <a:lnTo>
                    <a:pt x="17" y="288649"/>
                  </a:lnTo>
                  <a:lnTo>
                    <a:pt x="0" y="298775"/>
                  </a:lnTo>
                  <a:lnTo>
                    <a:pt x="245" y="306526"/>
                  </a:lnTo>
                  <a:lnTo>
                    <a:pt x="305" y="308441"/>
                  </a:lnTo>
                  <a:lnTo>
                    <a:pt x="2215" y="316088"/>
                  </a:lnTo>
                  <a:lnTo>
                    <a:pt x="6616" y="322371"/>
                  </a:lnTo>
                  <a:lnTo>
                    <a:pt x="12914" y="326808"/>
                  </a:lnTo>
                  <a:lnTo>
                    <a:pt x="20672" y="328964"/>
                  </a:lnTo>
                  <a:lnTo>
                    <a:pt x="214004" y="328964"/>
                  </a:lnTo>
                  <a:lnTo>
                    <a:pt x="217544" y="329350"/>
                  </a:lnTo>
                  <a:lnTo>
                    <a:pt x="223674" y="326089"/>
                  </a:lnTo>
                  <a:lnTo>
                    <a:pt x="229777" y="321300"/>
                  </a:lnTo>
                  <a:lnTo>
                    <a:pt x="233366" y="314822"/>
                  </a:lnTo>
                  <a:lnTo>
                    <a:pt x="234865" y="306526"/>
                  </a:lnTo>
                  <a:lnTo>
                    <a:pt x="234738" y="298775"/>
                  </a:lnTo>
                  <a:lnTo>
                    <a:pt x="234698" y="296287"/>
                  </a:lnTo>
                  <a:lnTo>
                    <a:pt x="34124" y="296287"/>
                  </a:lnTo>
                  <a:lnTo>
                    <a:pt x="33997" y="81514"/>
                  </a:lnTo>
                  <a:lnTo>
                    <a:pt x="33987" y="63828"/>
                  </a:lnTo>
                  <a:lnTo>
                    <a:pt x="234962" y="63828"/>
                  </a:lnTo>
                  <a:lnTo>
                    <a:pt x="234943" y="53982"/>
                  </a:lnTo>
                  <a:lnTo>
                    <a:pt x="235828" y="46814"/>
                  </a:lnTo>
                  <a:lnTo>
                    <a:pt x="234024" y="44463"/>
                  </a:lnTo>
                  <a:lnTo>
                    <a:pt x="121093" y="44463"/>
                  </a:lnTo>
                  <a:lnTo>
                    <a:pt x="109637" y="42626"/>
                  </a:lnTo>
                  <a:lnTo>
                    <a:pt x="103725" y="34232"/>
                  </a:lnTo>
                  <a:lnTo>
                    <a:pt x="104879" y="24147"/>
                  </a:lnTo>
                  <a:lnTo>
                    <a:pt x="114692" y="17334"/>
                  </a:lnTo>
                  <a:lnTo>
                    <a:pt x="123084" y="15303"/>
                  </a:lnTo>
                  <a:lnTo>
                    <a:pt x="146506" y="15303"/>
                  </a:lnTo>
                  <a:lnTo>
                    <a:pt x="135529" y="4371"/>
                  </a:lnTo>
                  <a:lnTo>
                    <a:pt x="128015" y="0"/>
                  </a:lnTo>
                  <a:close/>
                </a:path>
                <a:path w="299085" h="329564">
                  <a:moveTo>
                    <a:pt x="210354" y="119458"/>
                  </a:moveTo>
                  <a:lnTo>
                    <a:pt x="168861" y="133625"/>
                  </a:lnTo>
                  <a:lnTo>
                    <a:pt x="153993" y="147424"/>
                  </a:lnTo>
                  <a:lnTo>
                    <a:pt x="152737" y="148713"/>
                  </a:lnTo>
                  <a:lnTo>
                    <a:pt x="144337" y="160438"/>
                  </a:lnTo>
                  <a:lnTo>
                    <a:pt x="138211" y="175170"/>
                  </a:lnTo>
                  <a:lnTo>
                    <a:pt x="134751" y="191015"/>
                  </a:lnTo>
                  <a:lnTo>
                    <a:pt x="134631" y="195482"/>
                  </a:lnTo>
                  <a:lnTo>
                    <a:pt x="134517" y="199758"/>
                  </a:lnTo>
                  <a:lnTo>
                    <a:pt x="134444" y="202493"/>
                  </a:lnTo>
                  <a:lnTo>
                    <a:pt x="134348" y="206082"/>
                  </a:lnTo>
                  <a:lnTo>
                    <a:pt x="137746" y="223272"/>
                  </a:lnTo>
                  <a:lnTo>
                    <a:pt x="161744" y="259459"/>
                  </a:lnTo>
                  <a:lnTo>
                    <a:pt x="204911" y="279168"/>
                  </a:lnTo>
                  <a:lnTo>
                    <a:pt x="223592" y="279670"/>
                  </a:lnTo>
                  <a:lnTo>
                    <a:pt x="253958" y="271084"/>
                  </a:lnTo>
                  <a:lnTo>
                    <a:pt x="278739" y="252512"/>
                  </a:lnTo>
                  <a:lnTo>
                    <a:pt x="279418" y="251385"/>
                  </a:lnTo>
                  <a:lnTo>
                    <a:pt x="210768" y="251385"/>
                  </a:lnTo>
                  <a:lnTo>
                    <a:pt x="202792" y="249930"/>
                  </a:lnTo>
                  <a:lnTo>
                    <a:pt x="196862" y="243424"/>
                  </a:lnTo>
                  <a:lnTo>
                    <a:pt x="194662" y="240653"/>
                  </a:lnTo>
                  <a:lnTo>
                    <a:pt x="193067" y="238528"/>
                  </a:lnTo>
                  <a:lnTo>
                    <a:pt x="176633" y="217778"/>
                  </a:lnTo>
                  <a:lnTo>
                    <a:pt x="173024" y="207519"/>
                  </a:lnTo>
                  <a:lnTo>
                    <a:pt x="172953" y="207316"/>
                  </a:lnTo>
                  <a:lnTo>
                    <a:pt x="177264" y="199758"/>
                  </a:lnTo>
                  <a:lnTo>
                    <a:pt x="185688" y="196897"/>
                  </a:lnTo>
                  <a:lnTo>
                    <a:pt x="214866" y="196897"/>
                  </a:lnTo>
                  <a:lnTo>
                    <a:pt x="231156" y="165178"/>
                  </a:lnTo>
                  <a:lnTo>
                    <a:pt x="234345" y="159103"/>
                  </a:lnTo>
                  <a:lnTo>
                    <a:pt x="235893" y="154252"/>
                  </a:lnTo>
                  <a:lnTo>
                    <a:pt x="250988" y="152932"/>
                  </a:lnTo>
                  <a:lnTo>
                    <a:pt x="282043" y="152932"/>
                  </a:lnTo>
                  <a:lnTo>
                    <a:pt x="271250" y="139253"/>
                  </a:lnTo>
                  <a:lnTo>
                    <a:pt x="243894" y="123646"/>
                  </a:lnTo>
                  <a:lnTo>
                    <a:pt x="210354" y="119458"/>
                  </a:lnTo>
                  <a:close/>
                </a:path>
                <a:path w="299085" h="329564">
                  <a:moveTo>
                    <a:pt x="102204" y="236880"/>
                  </a:moveTo>
                  <a:lnTo>
                    <a:pt x="61750" y="236880"/>
                  </a:lnTo>
                  <a:lnTo>
                    <a:pt x="61714" y="276066"/>
                  </a:lnTo>
                  <a:lnTo>
                    <a:pt x="102145" y="276066"/>
                  </a:lnTo>
                  <a:lnTo>
                    <a:pt x="102162" y="265230"/>
                  </a:lnTo>
                  <a:lnTo>
                    <a:pt x="73073" y="265230"/>
                  </a:lnTo>
                  <a:lnTo>
                    <a:pt x="72990" y="247741"/>
                  </a:lnTo>
                  <a:lnTo>
                    <a:pt x="102188" y="247741"/>
                  </a:lnTo>
                  <a:lnTo>
                    <a:pt x="102204" y="236880"/>
                  </a:lnTo>
                  <a:close/>
                </a:path>
                <a:path w="299085" h="329564">
                  <a:moveTo>
                    <a:pt x="102188" y="247741"/>
                  </a:moveTo>
                  <a:lnTo>
                    <a:pt x="90925" y="247741"/>
                  </a:lnTo>
                  <a:lnTo>
                    <a:pt x="90978" y="265230"/>
                  </a:lnTo>
                  <a:lnTo>
                    <a:pt x="102162" y="265230"/>
                  </a:lnTo>
                  <a:lnTo>
                    <a:pt x="102188" y="247741"/>
                  </a:lnTo>
                  <a:close/>
                </a:path>
                <a:path w="299085" h="329564">
                  <a:moveTo>
                    <a:pt x="282043" y="152932"/>
                  </a:moveTo>
                  <a:lnTo>
                    <a:pt x="250988" y="152932"/>
                  </a:lnTo>
                  <a:lnTo>
                    <a:pt x="256993" y="158518"/>
                  </a:lnTo>
                  <a:lnTo>
                    <a:pt x="257522" y="170042"/>
                  </a:lnTo>
                  <a:lnTo>
                    <a:pt x="252309" y="178600"/>
                  </a:lnTo>
                  <a:lnTo>
                    <a:pt x="250337" y="182293"/>
                  </a:lnTo>
                  <a:lnTo>
                    <a:pt x="232784" y="216607"/>
                  </a:lnTo>
                  <a:lnTo>
                    <a:pt x="222151" y="236880"/>
                  </a:lnTo>
                  <a:lnTo>
                    <a:pt x="216435" y="246520"/>
                  </a:lnTo>
                  <a:lnTo>
                    <a:pt x="210768" y="251385"/>
                  </a:lnTo>
                  <a:lnTo>
                    <a:pt x="279418" y="251385"/>
                  </a:lnTo>
                  <a:lnTo>
                    <a:pt x="294764" y="225879"/>
                  </a:lnTo>
                  <a:lnTo>
                    <a:pt x="298857" y="193111"/>
                  </a:lnTo>
                  <a:lnTo>
                    <a:pt x="290284" y="163376"/>
                  </a:lnTo>
                  <a:lnTo>
                    <a:pt x="282043" y="152932"/>
                  </a:lnTo>
                  <a:close/>
                </a:path>
                <a:path w="299085" h="329564">
                  <a:moveTo>
                    <a:pt x="102200" y="179071"/>
                  </a:moveTo>
                  <a:lnTo>
                    <a:pt x="61821" y="179071"/>
                  </a:lnTo>
                  <a:lnTo>
                    <a:pt x="61711" y="218412"/>
                  </a:lnTo>
                  <a:lnTo>
                    <a:pt x="102096" y="218412"/>
                  </a:lnTo>
                  <a:lnTo>
                    <a:pt x="102125" y="207519"/>
                  </a:lnTo>
                  <a:lnTo>
                    <a:pt x="72979" y="207519"/>
                  </a:lnTo>
                  <a:lnTo>
                    <a:pt x="72986" y="189983"/>
                  </a:lnTo>
                  <a:lnTo>
                    <a:pt x="102171" y="189983"/>
                  </a:lnTo>
                  <a:lnTo>
                    <a:pt x="102200" y="179071"/>
                  </a:lnTo>
                  <a:close/>
                </a:path>
                <a:path w="299085" h="329564">
                  <a:moveTo>
                    <a:pt x="214866" y="196897"/>
                  </a:moveTo>
                  <a:lnTo>
                    <a:pt x="185688" y="196897"/>
                  </a:lnTo>
                  <a:lnTo>
                    <a:pt x="194345" y="200527"/>
                  </a:lnTo>
                  <a:lnTo>
                    <a:pt x="196311" y="202493"/>
                  </a:lnTo>
                  <a:lnTo>
                    <a:pt x="205559" y="214053"/>
                  </a:lnTo>
                  <a:lnTo>
                    <a:pt x="206924" y="212958"/>
                  </a:lnTo>
                  <a:lnTo>
                    <a:pt x="207500" y="211312"/>
                  </a:lnTo>
                  <a:lnTo>
                    <a:pt x="208231" y="209815"/>
                  </a:lnTo>
                  <a:lnTo>
                    <a:pt x="214866" y="196897"/>
                  </a:lnTo>
                  <a:close/>
                </a:path>
                <a:path w="299085" h="329564">
                  <a:moveTo>
                    <a:pt x="102171" y="189983"/>
                  </a:moveTo>
                  <a:lnTo>
                    <a:pt x="90964" y="189983"/>
                  </a:lnTo>
                  <a:lnTo>
                    <a:pt x="90972" y="207519"/>
                  </a:lnTo>
                  <a:lnTo>
                    <a:pt x="102125" y="207519"/>
                  </a:lnTo>
                  <a:lnTo>
                    <a:pt x="102171" y="189983"/>
                  </a:lnTo>
                  <a:close/>
                </a:path>
                <a:path w="299085" h="329564">
                  <a:moveTo>
                    <a:pt x="61714" y="121359"/>
                  </a:moveTo>
                  <a:lnTo>
                    <a:pt x="61714" y="160790"/>
                  </a:lnTo>
                  <a:lnTo>
                    <a:pt x="102031" y="160790"/>
                  </a:lnTo>
                  <a:lnTo>
                    <a:pt x="102080" y="149832"/>
                  </a:lnTo>
                  <a:lnTo>
                    <a:pt x="72947" y="149832"/>
                  </a:lnTo>
                  <a:lnTo>
                    <a:pt x="73035" y="132177"/>
                  </a:lnTo>
                  <a:lnTo>
                    <a:pt x="102160" y="132177"/>
                  </a:lnTo>
                  <a:lnTo>
                    <a:pt x="102208" y="121572"/>
                  </a:lnTo>
                  <a:lnTo>
                    <a:pt x="61714" y="121359"/>
                  </a:lnTo>
                  <a:close/>
                </a:path>
                <a:path w="299085" h="329564">
                  <a:moveTo>
                    <a:pt x="102160" y="132177"/>
                  </a:moveTo>
                  <a:lnTo>
                    <a:pt x="90978" y="132177"/>
                  </a:lnTo>
                  <a:lnTo>
                    <a:pt x="90947" y="136145"/>
                  </a:lnTo>
                  <a:lnTo>
                    <a:pt x="90839" y="149832"/>
                  </a:lnTo>
                  <a:lnTo>
                    <a:pt x="102080" y="149832"/>
                  </a:lnTo>
                  <a:lnTo>
                    <a:pt x="102160" y="132177"/>
                  </a:lnTo>
                  <a:close/>
                </a:path>
                <a:path w="299085" h="329564">
                  <a:moveTo>
                    <a:pt x="234962" y="63828"/>
                  </a:moveTo>
                  <a:lnTo>
                    <a:pt x="180873" y="63828"/>
                  </a:lnTo>
                  <a:lnTo>
                    <a:pt x="200965" y="64256"/>
                  </a:lnTo>
                  <a:lnTo>
                    <a:pt x="201487" y="69498"/>
                  </a:lnTo>
                  <a:lnTo>
                    <a:pt x="201384" y="75146"/>
                  </a:lnTo>
                  <a:lnTo>
                    <a:pt x="201261" y="87260"/>
                  </a:lnTo>
                  <a:lnTo>
                    <a:pt x="201574" y="92250"/>
                  </a:lnTo>
                  <a:lnTo>
                    <a:pt x="207452" y="101827"/>
                  </a:lnTo>
                  <a:lnTo>
                    <a:pt x="217646" y="105222"/>
                  </a:lnTo>
                  <a:lnTo>
                    <a:pt x="228025" y="102289"/>
                  </a:lnTo>
                  <a:lnTo>
                    <a:pt x="234460" y="92880"/>
                  </a:lnTo>
                  <a:lnTo>
                    <a:pt x="235007" y="87260"/>
                  </a:lnTo>
                  <a:lnTo>
                    <a:pt x="234962" y="63828"/>
                  </a:lnTo>
                  <a:close/>
                </a:path>
                <a:path w="299085" h="329564">
                  <a:moveTo>
                    <a:pt x="176064" y="63828"/>
                  </a:moveTo>
                  <a:lnTo>
                    <a:pt x="63333" y="63828"/>
                  </a:lnTo>
                  <a:lnTo>
                    <a:pt x="69119" y="75146"/>
                  </a:lnTo>
                  <a:lnTo>
                    <a:pt x="78044" y="80431"/>
                  </a:lnTo>
                  <a:lnTo>
                    <a:pt x="88904" y="81842"/>
                  </a:lnTo>
                  <a:lnTo>
                    <a:pt x="144252" y="81842"/>
                  </a:lnTo>
                  <a:lnTo>
                    <a:pt x="176064" y="63828"/>
                  </a:lnTo>
                  <a:close/>
                </a:path>
                <a:path w="299085" h="329564">
                  <a:moveTo>
                    <a:pt x="146506" y="15303"/>
                  </a:moveTo>
                  <a:lnTo>
                    <a:pt x="123084" y="15303"/>
                  </a:lnTo>
                  <a:lnTo>
                    <a:pt x="130082" y="21355"/>
                  </a:lnTo>
                  <a:lnTo>
                    <a:pt x="133447" y="35888"/>
                  </a:lnTo>
                  <a:lnTo>
                    <a:pt x="133531" y="36252"/>
                  </a:lnTo>
                  <a:lnTo>
                    <a:pt x="127695" y="42970"/>
                  </a:lnTo>
                  <a:lnTo>
                    <a:pt x="121093" y="44463"/>
                  </a:lnTo>
                  <a:lnTo>
                    <a:pt x="234024" y="44463"/>
                  </a:lnTo>
                  <a:lnTo>
                    <a:pt x="226170" y="34232"/>
                  </a:lnTo>
                  <a:lnTo>
                    <a:pt x="220445" y="31116"/>
                  </a:lnTo>
                  <a:lnTo>
                    <a:pt x="149731" y="31116"/>
                  </a:lnTo>
                  <a:lnTo>
                    <a:pt x="147934" y="20020"/>
                  </a:lnTo>
                  <a:lnTo>
                    <a:pt x="146872" y="15667"/>
                  </a:lnTo>
                  <a:lnTo>
                    <a:pt x="146506" y="15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3" name="object 24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3821297" y="4452201"/>
              <a:ext cx="264972" cy="254117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13824255" y="4725228"/>
              <a:ext cx="261620" cy="22860"/>
            </a:xfrm>
            <a:custGeom>
              <a:avLst/>
              <a:gdLst/>
              <a:ahLst/>
              <a:cxnLst/>
              <a:rect l="l" t="t" r="r" b="b"/>
              <a:pathLst>
                <a:path w="261619" h="22860">
                  <a:moveTo>
                    <a:pt x="241545" y="0"/>
                  </a:moveTo>
                  <a:lnTo>
                    <a:pt x="232303" y="306"/>
                  </a:lnTo>
                  <a:lnTo>
                    <a:pt x="112892" y="121"/>
                  </a:lnTo>
                  <a:lnTo>
                    <a:pt x="41017" y="278"/>
                  </a:lnTo>
                  <a:lnTo>
                    <a:pt x="7537" y="887"/>
                  </a:lnTo>
                  <a:lnTo>
                    <a:pt x="3707" y="2193"/>
                  </a:lnTo>
                  <a:lnTo>
                    <a:pt x="0" y="7978"/>
                  </a:lnTo>
                  <a:lnTo>
                    <a:pt x="1623" y="14585"/>
                  </a:lnTo>
                  <a:lnTo>
                    <a:pt x="5863" y="20613"/>
                  </a:lnTo>
                  <a:lnTo>
                    <a:pt x="13186" y="22753"/>
                  </a:lnTo>
                  <a:lnTo>
                    <a:pt x="21803" y="22756"/>
                  </a:lnTo>
                  <a:lnTo>
                    <a:pt x="29926" y="22375"/>
                  </a:lnTo>
                  <a:lnTo>
                    <a:pt x="237369" y="22393"/>
                  </a:lnTo>
                  <a:lnTo>
                    <a:pt x="245651" y="22682"/>
                  </a:lnTo>
                  <a:lnTo>
                    <a:pt x="253963" y="21976"/>
                  </a:lnTo>
                  <a:lnTo>
                    <a:pt x="259913" y="18011"/>
                  </a:lnTo>
                  <a:lnTo>
                    <a:pt x="261110" y="8526"/>
                  </a:lnTo>
                  <a:lnTo>
                    <a:pt x="257539" y="2436"/>
                  </a:lnTo>
                  <a:lnTo>
                    <a:pt x="250487" y="152"/>
                  </a:lnTo>
                  <a:lnTo>
                    <a:pt x="241545" y="0"/>
                  </a:lnTo>
                  <a:close/>
                </a:path>
              </a:pathLst>
            </a:custGeom>
            <a:solidFill>
              <a:srgbClr val="0093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4010030" y="4476027"/>
              <a:ext cx="53340" cy="69850"/>
            </a:xfrm>
            <a:custGeom>
              <a:avLst/>
              <a:gdLst/>
              <a:ahLst/>
              <a:cxnLst/>
              <a:rect l="l" t="t" r="r" b="b"/>
              <a:pathLst>
                <a:path w="53340" h="69850">
                  <a:moveTo>
                    <a:pt x="31027" y="0"/>
                  </a:moveTo>
                  <a:lnTo>
                    <a:pt x="21113" y="0"/>
                  </a:lnTo>
                  <a:lnTo>
                    <a:pt x="15853" y="2225"/>
                  </a:lnTo>
                  <a:lnTo>
                    <a:pt x="11775" y="5922"/>
                  </a:lnTo>
                  <a:lnTo>
                    <a:pt x="5903" y="13198"/>
                  </a:lnTo>
                  <a:lnTo>
                    <a:pt x="1815" y="22622"/>
                  </a:lnTo>
                  <a:lnTo>
                    <a:pt x="1715" y="22853"/>
                  </a:lnTo>
                  <a:lnTo>
                    <a:pt x="0" y="34155"/>
                  </a:lnTo>
                  <a:lnTo>
                    <a:pt x="1548" y="46371"/>
                  </a:lnTo>
                  <a:lnTo>
                    <a:pt x="5437" y="55720"/>
                  </a:lnTo>
                  <a:lnTo>
                    <a:pt x="11228" y="63041"/>
                  </a:lnTo>
                  <a:lnTo>
                    <a:pt x="18560" y="67756"/>
                  </a:lnTo>
                  <a:lnTo>
                    <a:pt x="27075" y="69288"/>
                  </a:lnTo>
                  <a:lnTo>
                    <a:pt x="44656" y="60648"/>
                  </a:lnTo>
                  <a:lnTo>
                    <a:pt x="49463" y="49272"/>
                  </a:lnTo>
                  <a:lnTo>
                    <a:pt x="29378" y="49272"/>
                  </a:lnTo>
                  <a:lnTo>
                    <a:pt x="20995" y="47916"/>
                  </a:lnTo>
                  <a:lnTo>
                    <a:pt x="15505" y="38757"/>
                  </a:lnTo>
                  <a:lnTo>
                    <a:pt x="13614" y="29199"/>
                  </a:lnTo>
                  <a:lnTo>
                    <a:pt x="18251" y="22622"/>
                  </a:lnTo>
                  <a:lnTo>
                    <a:pt x="30718" y="17560"/>
                  </a:lnTo>
                  <a:lnTo>
                    <a:pt x="49176" y="17560"/>
                  </a:lnTo>
                  <a:lnTo>
                    <a:pt x="37594" y="3143"/>
                  </a:lnTo>
                  <a:lnTo>
                    <a:pt x="34883" y="1583"/>
                  </a:lnTo>
                  <a:lnTo>
                    <a:pt x="31027" y="0"/>
                  </a:lnTo>
                  <a:close/>
                </a:path>
                <a:path w="53340" h="69850">
                  <a:moveTo>
                    <a:pt x="49176" y="17560"/>
                  </a:moveTo>
                  <a:lnTo>
                    <a:pt x="30718" y="17560"/>
                  </a:lnTo>
                  <a:lnTo>
                    <a:pt x="36507" y="24058"/>
                  </a:lnTo>
                  <a:lnTo>
                    <a:pt x="37749" y="30840"/>
                  </a:lnTo>
                  <a:lnTo>
                    <a:pt x="36385" y="43392"/>
                  </a:lnTo>
                  <a:lnTo>
                    <a:pt x="29378" y="49272"/>
                  </a:lnTo>
                  <a:lnTo>
                    <a:pt x="49463" y="49272"/>
                  </a:lnTo>
                  <a:lnTo>
                    <a:pt x="52810" y="41353"/>
                  </a:lnTo>
                  <a:lnTo>
                    <a:pt x="50799" y="20256"/>
                  </a:lnTo>
                  <a:lnTo>
                    <a:pt x="50726" y="19490"/>
                  </a:lnTo>
                  <a:lnTo>
                    <a:pt x="49176" y="175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3866457" y="4451239"/>
              <a:ext cx="248285" cy="194310"/>
            </a:xfrm>
            <a:custGeom>
              <a:avLst/>
              <a:gdLst/>
              <a:ahLst/>
              <a:cxnLst/>
              <a:rect l="l" t="t" r="r" b="b"/>
              <a:pathLst>
                <a:path w="248284" h="194310">
                  <a:moveTo>
                    <a:pt x="18567" y="173647"/>
                  </a:moveTo>
                  <a:lnTo>
                    <a:pt x="18415" y="163182"/>
                  </a:lnTo>
                  <a:lnTo>
                    <a:pt x="18084" y="155486"/>
                  </a:lnTo>
                  <a:lnTo>
                    <a:pt x="139" y="155448"/>
                  </a:lnTo>
                  <a:lnTo>
                    <a:pt x="0" y="175310"/>
                  </a:lnTo>
                  <a:lnTo>
                    <a:pt x="152" y="181686"/>
                  </a:lnTo>
                  <a:lnTo>
                    <a:pt x="2387" y="190715"/>
                  </a:lnTo>
                  <a:lnTo>
                    <a:pt x="6908" y="194233"/>
                  </a:lnTo>
                  <a:lnTo>
                    <a:pt x="12052" y="193611"/>
                  </a:lnTo>
                  <a:lnTo>
                    <a:pt x="16179" y="190246"/>
                  </a:lnTo>
                  <a:lnTo>
                    <a:pt x="17995" y="183730"/>
                  </a:lnTo>
                  <a:lnTo>
                    <a:pt x="18567" y="173647"/>
                  </a:lnTo>
                  <a:close/>
                </a:path>
                <a:path w="248284" h="194310">
                  <a:moveTo>
                    <a:pt x="42583" y="49631"/>
                  </a:moveTo>
                  <a:lnTo>
                    <a:pt x="42570" y="1397"/>
                  </a:lnTo>
                  <a:lnTo>
                    <a:pt x="37211" y="1460"/>
                  </a:lnTo>
                  <a:lnTo>
                    <a:pt x="28524" y="0"/>
                  </a:lnTo>
                  <a:lnTo>
                    <a:pt x="23431" y="2222"/>
                  </a:lnTo>
                  <a:lnTo>
                    <a:pt x="23431" y="49212"/>
                  </a:lnTo>
                  <a:lnTo>
                    <a:pt x="42583" y="49631"/>
                  </a:lnTo>
                  <a:close/>
                </a:path>
                <a:path w="248284" h="194310">
                  <a:moveTo>
                    <a:pt x="181317" y="55638"/>
                  </a:moveTo>
                  <a:lnTo>
                    <a:pt x="180073" y="48856"/>
                  </a:lnTo>
                  <a:lnTo>
                    <a:pt x="174282" y="42354"/>
                  </a:lnTo>
                  <a:lnTo>
                    <a:pt x="167640" y="45046"/>
                  </a:lnTo>
                  <a:lnTo>
                    <a:pt x="161823" y="47421"/>
                  </a:lnTo>
                  <a:lnTo>
                    <a:pt x="157187" y="53987"/>
                  </a:lnTo>
                  <a:lnTo>
                    <a:pt x="159067" y="63550"/>
                  </a:lnTo>
                  <a:lnTo>
                    <a:pt x="164566" y="72707"/>
                  </a:lnTo>
                  <a:lnTo>
                    <a:pt x="172948" y="74066"/>
                  </a:lnTo>
                  <a:lnTo>
                    <a:pt x="179959" y="68186"/>
                  </a:lnTo>
                  <a:lnTo>
                    <a:pt x="181317" y="55638"/>
                  </a:lnTo>
                  <a:close/>
                </a:path>
                <a:path w="248284" h="194310">
                  <a:moveTo>
                    <a:pt x="248285" y="76962"/>
                  </a:moveTo>
                  <a:lnTo>
                    <a:pt x="245160" y="72859"/>
                  </a:lnTo>
                  <a:lnTo>
                    <a:pt x="246773" y="72034"/>
                  </a:lnTo>
                  <a:lnTo>
                    <a:pt x="238785" y="71996"/>
                  </a:lnTo>
                  <a:lnTo>
                    <a:pt x="238798" y="141147"/>
                  </a:lnTo>
                  <a:lnTo>
                    <a:pt x="244843" y="140931"/>
                  </a:lnTo>
                  <a:lnTo>
                    <a:pt x="248285" y="136385"/>
                  </a:lnTo>
                  <a:lnTo>
                    <a:pt x="248285" y="76962"/>
                  </a:lnTo>
                  <a:close/>
                </a:path>
              </a:pathLst>
            </a:custGeom>
            <a:solidFill>
              <a:srgbClr val="0093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1386379" y="4442341"/>
              <a:ext cx="243831" cy="316757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2567816" y="4394641"/>
              <a:ext cx="278758" cy="358513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4969753" y="4433893"/>
              <a:ext cx="350507" cy="362299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445356" y="7939482"/>
              <a:ext cx="16389985" cy="553085"/>
            </a:xfrm>
            <a:custGeom>
              <a:avLst/>
              <a:gdLst/>
              <a:ahLst/>
              <a:cxnLst/>
              <a:rect l="l" t="t" r="r" b="b"/>
              <a:pathLst>
                <a:path w="16389985" h="553084">
                  <a:moveTo>
                    <a:pt x="16389777" y="0"/>
                  </a:moveTo>
                  <a:lnTo>
                    <a:pt x="0" y="0"/>
                  </a:lnTo>
                  <a:lnTo>
                    <a:pt x="0" y="552935"/>
                  </a:lnTo>
                  <a:lnTo>
                    <a:pt x="16389777" y="552935"/>
                  </a:lnTo>
                  <a:lnTo>
                    <a:pt x="16389777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09155" y="8003282"/>
              <a:ext cx="16262350" cy="425450"/>
            </a:xfrm>
            <a:custGeom>
              <a:avLst/>
              <a:gdLst/>
              <a:ahLst/>
              <a:cxnLst/>
              <a:rect l="l" t="t" r="r" b="b"/>
              <a:pathLst>
                <a:path w="16262350" h="425450">
                  <a:moveTo>
                    <a:pt x="16061546" y="0"/>
                  </a:moveTo>
                  <a:lnTo>
                    <a:pt x="200624" y="0"/>
                  </a:lnTo>
                  <a:lnTo>
                    <a:pt x="154779" y="5643"/>
                  </a:lnTo>
                  <a:lnTo>
                    <a:pt x="112612" y="21706"/>
                  </a:lnTo>
                  <a:lnTo>
                    <a:pt x="75352" y="46883"/>
                  </a:lnTo>
                  <a:lnTo>
                    <a:pt x="44231" y="79871"/>
                  </a:lnTo>
                  <a:lnTo>
                    <a:pt x="20478" y="119367"/>
                  </a:lnTo>
                  <a:lnTo>
                    <a:pt x="5324" y="164066"/>
                  </a:lnTo>
                  <a:lnTo>
                    <a:pt x="0" y="212672"/>
                  </a:lnTo>
                  <a:lnTo>
                    <a:pt x="5322" y="261271"/>
                  </a:lnTo>
                  <a:lnTo>
                    <a:pt x="20472" y="305970"/>
                  </a:lnTo>
                  <a:lnTo>
                    <a:pt x="44220" y="345465"/>
                  </a:lnTo>
                  <a:lnTo>
                    <a:pt x="75337" y="378453"/>
                  </a:lnTo>
                  <a:lnTo>
                    <a:pt x="112596" y="403629"/>
                  </a:lnTo>
                  <a:lnTo>
                    <a:pt x="154768" y="419691"/>
                  </a:lnTo>
                  <a:lnTo>
                    <a:pt x="200624" y="425335"/>
                  </a:lnTo>
                  <a:lnTo>
                    <a:pt x="16061546" y="425335"/>
                  </a:lnTo>
                  <a:lnTo>
                    <a:pt x="16107406" y="419693"/>
                  </a:lnTo>
                  <a:lnTo>
                    <a:pt x="16149580" y="403636"/>
                  </a:lnTo>
                  <a:lnTo>
                    <a:pt x="16186840" y="378464"/>
                  </a:lnTo>
                  <a:lnTo>
                    <a:pt x="16217958" y="345480"/>
                  </a:lnTo>
                  <a:lnTo>
                    <a:pt x="16241706" y="305985"/>
                  </a:lnTo>
                  <a:lnTo>
                    <a:pt x="16256855" y="261282"/>
                  </a:lnTo>
                  <a:lnTo>
                    <a:pt x="16262178" y="212666"/>
                  </a:lnTo>
                  <a:lnTo>
                    <a:pt x="16256852" y="164057"/>
                  </a:lnTo>
                  <a:lnTo>
                    <a:pt x="16241694" y="119354"/>
                  </a:lnTo>
                  <a:lnTo>
                    <a:pt x="16217937" y="79859"/>
                  </a:lnTo>
                  <a:lnTo>
                    <a:pt x="16186812" y="46874"/>
                  </a:lnTo>
                  <a:lnTo>
                    <a:pt x="16149550" y="21701"/>
                  </a:lnTo>
                  <a:lnTo>
                    <a:pt x="16107384" y="5642"/>
                  </a:lnTo>
                  <a:lnTo>
                    <a:pt x="160615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56580" y="7964210"/>
              <a:ext cx="16367760" cy="503555"/>
            </a:xfrm>
            <a:custGeom>
              <a:avLst/>
              <a:gdLst/>
              <a:ahLst/>
              <a:cxnLst/>
              <a:rect l="l" t="t" r="r" b="b"/>
              <a:pathLst>
                <a:path w="16367760" h="503554">
                  <a:moveTo>
                    <a:pt x="16129840" y="0"/>
                  </a:moveTo>
                  <a:lnTo>
                    <a:pt x="237484" y="0"/>
                  </a:lnTo>
                  <a:lnTo>
                    <a:pt x="189787" y="5139"/>
                  </a:lnTo>
                  <a:lnTo>
                    <a:pt x="145285" y="19867"/>
                  </a:lnTo>
                  <a:lnTo>
                    <a:pt x="104955" y="43152"/>
                  </a:lnTo>
                  <a:lnTo>
                    <a:pt x="69771" y="73958"/>
                  </a:lnTo>
                  <a:lnTo>
                    <a:pt x="40709" y="111254"/>
                  </a:lnTo>
                  <a:lnTo>
                    <a:pt x="18742" y="154004"/>
                  </a:lnTo>
                  <a:lnTo>
                    <a:pt x="4848" y="201177"/>
                  </a:lnTo>
                  <a:lnTo>
                    <a:pt x="0" y="251738"/>
                  </a:lnTo>
                  <a:lnTo>
                    <a:pt x="4847" y="302303"/>
                  </a:lnTo>
                  <a:lnTo>
                    <a:pt x="18738" y="349476"/>
                  </a:lnTo>
                  <a:lnTo>
                    <a:pt x="40701" y="392228"/>
                  </a:lnTo>
                  <a:lnTo>
                    <a:pt x="69760" y="429526"/>
                  </a:lnTo>
                  <a:lnTo>
                    <a:pt x="104942" y="460335"/>
                  </a:lnTo>
                  <a:lnTo>
                    <a:pt x="145273" y="483622"/>
                  </a:lnTo>
                  <a:lnTo>
                    <a:pt x="189778" y="498352"/>
                  </a:lnTo>
                  <a:lnTo>
                    <a:pt x="237484" y="503492"/>
                  </a:lnTo>
                  <a:lnTo>
                    <a:pt x="16129840" y="503492"/>
                  </a:lnTo>
                  <a:lnTo>
                    <a:pt x="16177548" y="498354"/>
                  </a:lnTo>
                  <a:lnTo>
                    <a:pt x="16222054" y="483628"/>
                  </a:lnTo>
                  <a:lnTo>
                    <a:pt x="16262386" y="460346"/>
                  </a:lnTo>
                  <a:lnTo>
                    <a:pt x="16297569" y="429541"/>
                  </a:lnTo>
                  <a:lnTo>
                    <a:pt x="16326629" y="392246"/>
                  </a:lnTo>
                  <a:lnTo>
                    <a:pt x="16348592" y="349493"/>
                  </a:lnTo>
                  <a:lnTo>
                    <a:pt x="16362484" y="302315"/>
                  </a:lnTo>
                  <a:lnTo>
                    <a:pt x="16367332" y="251744"/>
                  </a:lnTo>
                  <a:lnTo>
                    <a:pt x="16362482" y="201167"/>
                  </a:lnTo>
                  <a:lnTo>
                    <a:pt x="16348583" y="153991"/>
                  </a:lnTo>
                  <a:lnTo>
                    <a:pt x="16326612" y="111239"/>
                  </a:lnTo>
                  <a:lnTo>
                    <a:pt x="16297545" y="73946"/>
                  </a:lnTo>
                  <a:lnTo>
                    <a:pt x="16262358" y="43143"/>
                  </a:lnTo>
                  <a:lnTo>
                    <a:pt x="16222027" y="19863"/>
                  </a:lnTo>
                  <a:lnTo>
                    <a:pt x="16177529" y="5137"/>
                  </a:lnTo>
                  <a:lnTo>
                    <a:pt x="16129840" y="0"/>
                  </a:lnTo>
                  <a:close/>
                </a:path>
              </a:pathLst>
            </a:custGeom>
            <a:ln w="634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95742" y="7964171"/>
              <a:ext cx="68169" cy="500847"/>
            </a:xfrm>
            <a:prstGeom prst="rect">
              <a:avLst/>
            </a:prstGeom>
          </p:spPr>
        </p:pic>
      </p:grpSp>
      <p:sp>
        <p:nvSpPr>
          <p:cNvPr id="254" name="object 254"/>
          <p:cNvSpPr txBox="1"/>
          <p:nvPr/>
        </p:nvSpPr>
        <p:spPr>
          <a:xfrm>
            <a:off x="445356" y="7939482"/>
            <a:ext cx="16389985" cy="419987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5259705" algn="l">
              <a:lnSpc>
                <a:spcPct val="100000"/>
              </a:lnSpc>
              <a:spcBef>
                <a:spcPts val="935"/>
              </a:spcBef>
            </a:pPr>
            <a:r>
              <a:rPr sz="1950" b="1" dirty="0">
                <a:solidFill>
                  <a:srgbClr val="4E3F9E"/>
                </a:solidFill>
                <a:latin typeface="Tahoma"/>
                <a:cs typeface="Tahoma"/>
              </a:rPr>
              <a:t>ЙИЛ ЯКУНИГА ҚАДАР 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(</a:t>
            </a:r>
            <a:r>
              <a:rPr lang="uz-Cyrl-UZ" sz="1950" dirty="0">
                <a:solidFill>
                  <a:srgbClr val="4E3F9E"/>
                </a:solidFill>
                <a:latin typeface="Tahoma"/>
                <a:cs typeface="Tahoma"/>
              </a:rPr>
              <a:t>апрел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ь-</a:t>
            </a:r>
            <a:r>
              <a:rPr sz="1950" dirty="0" err="1">
                <a:solidFill>
                  <a:srgbClr val="4E3F9E"/>
                </a:solidFill>
                <a:latin typeface="Tahoma"/>
                <a:cs typeface="Tahoma"/>
              </a:rPr>
              <a:t>декабрь</a:t>
            </a:r>
            <a:r>
              <a:rPr sz="1950" dirty="0">
                <a:solidFill>
                  <a:srgbClr val="4E3F9E"/>
                </a:solidFill>
                <a:latin typeface="Tahoma"/>
                <a:cs typeface="Tahoma"/>
              </a:rPr>
              <a:t>)</a:t>
            </a:r>
            <a:r>
              <a:rPr sz="1950" spc="9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950" b="1" spc="9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95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НАТИЖАЛАР</a:t>
            </a:r>
            <a:endParaRPr sz="1950" dirty="0">
              <a:latin typeface="Tahoma"/>
              <a:cs typeface="Tahoma"/>
            </a:endParaRPr>
          </a:p>
        </p:txBody>
      </p:sp>
      <p:grpSp>
        <p:nvGrpSpPr>
          <p:cNvPr id="255" name="object 255"/>
          <p:cNvGrpSpPr/>
          <p:nvPr/>
        </p:nvGrpSpPr>
        <p:grpSpPr>
          <a:xfrm>
            <a:off x="481532" y="8548708"/>
            <a:ext cx="10536377" cy="1054956"/>
            <a:chOff x="465242" y="8547082"/>
            <a:chExt cx="12967331" cy="1054956"/>
          </a:xfrm>
        </p:grpSpPr>
        <p:pic>
          <p:nvPicPr>
            <p:cNvPr id="256" name="object 25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62498" y="8927840"/>
              <a:ext cx="236592" cy="473068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465242" y="8547082"/>
              <a:ext cx="1059180" cy="1017269"/>
            </a:xfrm>
            <a:custGeom>
              <a:avLst/>
              <a:gdLst/>
              <a:ahLst/>
              <a:cxnLst/>
              <a:rect l="l" t="t" r="r" b="b"/>
              <a:pathLst>
                <a:path w="1059180" h="1017270">
                  <a:moveTo>
                    <a:pt x="1027630" y="0"/>
                  </a:moveTo>
                  <a:lnTo>
                    <a:pt x="0" y="0"/>
                  </a:lnTo>
                  <a:lnTo>
                    <a:pt x="31252" y="1016647"/>
                  </a:lnTo>
                  <a:lnTo>
                    <a:pt x="1058879" y="1016647"/>
                  </a:lnTo>
                  <a:lnTo>
                    <a:pt x="10276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615190" y="8666124"/>
              <a:ext cx="758190" cy="745490"/>
            </a:xfrm>
            <a:custGeom>
              <a:avLst/>
              <a:gdLst/>
              <a:ahLst/>
              <a:cxnLst/>
              <a:rect l="l" t="t" r="r" b="b"/>
              <a:pathLst>
                <a:path w="758190" h="745490">
                  <a:moveTo>
                    <a:pt x="571860" y="0"/>
                  </a:moveTo>
                  <a:lnTo>
                    <a:pt x="67176" y="0"/>
                  </a:lnTo>
                  <a:lnTo>
                    <a:pt x="41027" y="6454"/>
                  </a:lnTo>
                  <a:lnTo>
                    <a:pt x="19675" y="24055"/>
                  </a:lnTo>
                  <a:lnTo>
                    <a:pt x="5278" y="50158"/>
                  </a:lnTo>
                  <a:lnTo>
                    <a:pt x="0" y="82119"/>
                  </a:lnTo>
                  <a:lnTo>
                    <a:pt x="0" y="663289"/>
                  </a:lnTo>
                  <a:lnTo>
                    <a:pt x="5278" y="695253"/>
                  </a:lnTo>
                  <a:lnTo>
                    <a:pt x="19675" y="721354"/>
                  </a:lnTo>
                  <a:lnTo>
                    <a:pt x="41027" y="738952"/>
                  </a:lnTo>
                  <a:lnTo>
                    <a:pt x="67176" y="745404"/>
                  </a:lnTo>
                  <a:lnTo>
                    <a:pt x="571860" y="745404"/>
                  </a:lnTo>
                  <a:lnTo>
                    <a:pt x="752080" y="276350"/>
                  </a:lnTo>
                  <a:lnTo>
                    <a:pt x="758078" y="250597"/>
                  </a:lnTo>
                  <a:lnTo>
                    <a:pt x="757153" y="224483"/>
                  </a:lnTo>
                  <a:lnTo>
                    <a:pt x="749639" y="200011"/>
                  </a:lnTo>
                  <a:lnTo>
                    <a:pt x="735869" y="179183"/>
                  </a:lnTo>
                  <a:lnTo>
                    <a:pt x="571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9" name="object 259"/>
            <p:cNvSpPr/>
            <p:nvPr/>
          </p:nvSpPr>
          <p:spPr>
            <a:xfrm>
              <a:off x="8023856" y="8584769"/>
              <a:ext cx="1059180" cy="1017269"/>
            </a:xfrm>
            <a:custGeom>
              <a:avLst/>
              <a:gdLst/>
              <a:ahLst/>
              <a:cxnLst/>
              <a:rect l="l" t="t" r="r" b="b"/>
              <a:pathLst>
                <a:path w="1059179" h="1017270">
                  <a:moveTo>
                    <a:pt x="1027630" y="0"/>
                  </a:moveTo>
                  <a:lnTo>
                    <a:pt x="0" y="0"/>
                  </a:lnTo>
                  <a:lnTo>
                    <a:pt x="31252" y="1016647"/>
                  </a:lnTo>
                  <a:lnTo>
                    <a:pt x="1058882" y="1016647"/>
                  </a:lnTo>
                  <a:lnTo>
                    <a:pt x="10276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8149094" y="8717947"/>
              <a:ext cx="758190" cy="745490"/>
            </a:xfrm>
            <a:custGeom>
              <a:avLst/>
              <a:gdLst/>
              <a:ahLst/>
              <a:cxnLst/>
              <a:rect l="l" t="t" r="r" b="b"/>
              <a:pathLst>
                <a:path w="758190" h="745490">
                  <a:moveTo>
                    <a:pt x="571860" y="0"/>
                  </a:moveTo>
                  <a:lnTo>
                    <a:pt x="67179" y="0"/>
                  </a:lnTo>
                  <a:lnTo>
                    <a:pt x="41029" y="6454"/>
                  </a:lnTo>
                  <a:lnTo>
                    <a:pt x="19675" y="24054"/>
                  </a:lnTo>
                  <a:lnTo>
                    <a:pt x="5278" y="50157"/>
                  </a:lnTo>
                  <a:lnTo>
                    <a:pt x="0" y="82116"/>
                  </a:lnTo>
                  <a:lnTo>
                    <a:pt x="0" y="663289"/>
                  </a:lnTo>
                  <a:lnTo>
                    <a:pt x="5278" y="695252"/>
                  </a:lnTo>
                  <a:lnTo>
                    <a:pt x="19675" y="721353"/>
                  </a:lnTo>
                  <a:lnTo>
                    <a:pt x="41029" y="738949"/>
                  </a:lnTo>
                  <a:lnTo>
                    <a:pt x="67179" y="745402"/>
                  </a:lnTo>
                  <a:lnTo>
                    <a:pt x="571860" y="745402"/>
                  </a:lnTo>
                  <a:lnTo>
                    <a:pt x="752080" y="276346"/>
                  </a:lnTo>
                  <a:lnTo>
                    <a:pt x="758078" y="250593"/>
                  </a:lnTo>
                  <a:lnTo>
                    <a:pt x="757154" y="224479"/>
                  </a:lnTo>
                  <a:lnTo>
                    <a:pt x="749639" y="200007"/>
                  </a:lnTo>
                  <a:lnTo>
                    <a:pt x="735868" y="179179"/>
                  </a:lnTo>
                  <a:lnTo>
                    <a:pt x="571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61" name="object 26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316541" y="8927840"/>
              <a:ext cx="236592" cy="473068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4420523" y="8571792"/>
              <a:ext cx="1059180" cy="1017269"/>
            </a:xfrm>
            <a:custGeom>
              <a:avLst/>
              <a:gdLst/>
              <a:ahLst/>
              <a:cxnLst/>
              <a:rect l="l" t="t" r="r" b="b"/>
              <a:pathLst>
                <a:path w="1059179" h="1017270">
                  <a:moveTo>
                    <a:pt x="1027630" y="0"/>
                  </a:moveTo>
                  <a:lnTo>
                    <a:pt x="0" y="0"/>
                  </a:lnTo>
                  <a:lnTo>
                    <a:pt x="31252" y="1016647"/>
                  </a:lnTo>
                  <a:lnTo>
                    <a:pt x="1058882" y="1016647"/>
                  </a:lnTo>
                  <a:lnTo>
                    <a:pt x="10276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534852" y="8716313"/>
              <a:ext cx="758190" cy="745490"/>
            </a:xfrm>
            <a:custGeom>
              <a:avLst/>
              <a:gdLst/>
              <a:ahLst/>
              <a:cxnLst/>
              <a:rect l="l" t="t" r="r" b="b"/>
              <a:pathLst>
                <a:path w="758189" h="745490">
                  <a:moveTo>
                    <a:pt x="571860" y="0"/>
                  </a:moveTo>
                  <a:lnTo>
                    <a:pt x="67180" y="0"/>
                  </a:lnTo>
                  <a:lnTo>
                    <a:pt x="41029" y="6454"/>
                  </a:lnTo>
                  <a:lnTo>
                    <a:pt x="19675" y="24055"/>
                  </a:lnTo>
                  <a:lnTo>
                    <a:pt x="5278" y="50158"/>
                  </a:lnTo>
                  <a:lnTo>
                    <a:pt x="0" y="82119"/>
                  </a:lnTo>
                  <a:lnTo>
                    <a:pt x="0" y="663289"/>
                  </a:lnTo>
                  <a:lnTo>
                    <a:pt x="5278" y="695253"/>
                  </a:lnTo>
                  <a:lnTo>
                    <a:pt x="19675" y="721354"/>
                  </a:lnTo>
                  <a:lnTo>
                    <a:pt x="41029" y="738952"/>
                  </a:lnTo>
                  <a:lnTo>
                    <a:pt x="67180" y="745404"/>
                  </a:lnTo>
                  <a:lnTo>
                    <a:pt x="571860" y="745404"/>
                  </a:lnTo>
                  <a:lnTo>
                    <a:pt x="752083" y="276350"/>
                  </a:lnTo>
                  <a:lnTo>
                    <a:pt x="758080" y="250597"/>
                  </a:lnTo>
                  <a:lnTo>
                    <a:pt x="757154" y="224483"/>
                  </a:lnTo>
                  <a:lnTo>
                    <a:pt x="749639" y="200011"/>
                  </a:lnTo>
                  <a:lnTo>
                    <a:pt x="735868" y="179183"/>
                  </a:lnTo>
                  <a:lnTo>
                    <a:pt x="571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12373393" y="8584654"/>
              <a:ext cx="1059180" cy="1017269"/>
            </a:xfrm>
            <a:custGeom>
              <a:avLst/>
              <a:gdLst/>
              <a:ahLst/>
              <a:cxnLst/>
              <a:rect l="l" t="t" r="r" b="b"/>
              <a:pathLst>
                <a:path w="1059180" h="1017270">
                  <a:moveTo>
                    <a:pt x="1027626" y="0"/>
                  </a:moveTo>
                  <a:lnTo>
                    <a:pt x="0" y="0"/>
                  </a:lnTo>
                  <a:lnTo>
                    <a:pt x="31248" y="1016647"/>
                  </a:lnTo>
                  <a:lnTo>
                    <a:pt x="1058879" y="1016647"/>
                  </a:lnTo>
                  <a:lnTo>
                    <a:pt x="1027626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2462536" y="8716313"/>
              <a:ext cx="758190" cy="745490"/>
            </a:xfrm>
            <a:custGeom>
              <a:avLst/>
              <a:gdLst/>
              <a:ahLst/>
              <a:cxnLst/>
              <a:rect l="l" t="t" r="r" b="b"/>
              <a:pathLst>
                <a:path w="758190" h="745490">
                  <a:moveTo>
                    <a:pt x="571863" y="0"/>
                  </a:moveTo>
                  <a:lnTo>
                    <a:pt x="67179" y="0"/>
                  </a:lnTo>
                  <a:lnTo>
                    <a:pt x="41030" y="6454"/>
                  </a:lnTo>
                  <a:lnTo>
                    <a:pt x="19676" y="24054"/>
                  </a:lnTo>
                  <a:lnTo>
                    <a:pt x="5279" y="50157"/>
                  </a:lnTo>
                  <a:lnTo>
                    <a:pt x="0" y="82116"/>
                  </a:lnTo>
                  <a:lnTo>
                    <a:pt x="0" y="663289"/>
                  </a:lnTo>
                  <a:lnTo>
                    <a:pt x="5279" y="695252"/>
                  </a:lnTo>
                  <a:lnTo>
                    <a:pt x="19676" y="721353"/>
                  </a:lnTo>
                  <a:lnTo>
                    <a:pt x="41030" y="738949"/>
                  </a:lnTo>
                  <a:lnTo>
                    <a:pt x="67179" y="745402"/>
                  </a:lnTo>
                  <a:lnTo>
                    <a:pt x="571863" y="745402"/>
                  </a:lnTo>
                  <a:lnTo>
                    <a:pt x="752082" y="276346"/>
                  </a:lnTo>
                  <a:lnTo>
                    <a:pt x="758081" y="250593"/>
                  </a:lnTo>
                  <a:lnTo>
                    <a:pt x="757156" y="224479"/>
                  </a:lnTo>
                  <a:lnTo>
                    <a:pt x="749641" y="200007"/>
                  </a:lnTo>
                  <a:lnTo>
                    <a:pt x="735872" y="179179"/>
                  </a:lnTo>
                  <a:lnTo>
                    <a:pt x="571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797898" y="8712503"/>
              <a:ext cx="10544681" cy="753110"/>
            </a:xfrm>
            <a:custGeom>
              <a:avLst/>
              <a:gdLst/>
              <a:ahLst/>
              <a:cxnLst/>
              <a:rect l="l" t="t" r="r" b="b"/>
              <a:pathLst>
                <a:path w="14942819" h="753109">
                  <a:moveTo>
                    <a:pt x="2027891" y="7326"/>
                  </a:moveTo>
                  <a:lnTo>
                    <a:pt x="2625789" y="7326"/>
                  </a:lnTo>
                  <a:lnTo>
                    <a:pt x="2669195" y="14376"/>
                  </a:lnTo>
                  <a:lnTo>
                    <a:pt x="2706981" y="33984"/>
                  </a:lnTo>
                  <a:lnTo>
                    <a:pt x="2736834" y="63837"/>
                  </a:lnTo>
                  <a:lnTo>
                    <a:pt x="2756443" y="101622"/>
                  </a:lnTo>
                  <a:lnTo>
                    <a:pt x="2763493" y="145026"/>
                  </a:lnTo>
                  <a:lnTo>
                    <a:pt x="2763493" y="615027"/>
                  </a:lnTo>
                  <a:lnTo>
                    <a:pt x="2756442" y="658431"/>
                  </a:lnTo>
                  <a:lnTo>
                    <a:pt x="2736834" y="696217"/>
                  </a:lnTo>
                  <a:lnTo>
                    <a:pt x="2706980" y="726071"/>
                  </a:lnTo>
                  <a:lnTo>
                    <a:pt x="2669194" y="745681"/>
                  </a:lnTo>
                  <a:lnTo>
                    <a:pt x="2625789" y="752731"/>
                  </a:lnTo>
                  <a:lnTo>
                    <a:pt x="0" y="752731"/>
                  </a:lnTo>
                </a:path>
                <a:path w="14942819" h="753109">
                  <a:moveTo>
                    <a:pt x="10378131" y="0"/>
                  </a:moveTo>
                  <a:lnTo>
                    <a:pt x="10727165" y="0"/>
                  </a:lnTo>
                  <a:lnTo>
                    <a:pt x="10770569" y="7050"/>
                  </a:lnTo>
                  <a:lnTo>
                    <a:pt x="10808353" y="26660"/>
                  </a:lnTo>
                  <a:lnTo>
                    <a:pt x="10838207" y="56514"/>
                  </a:lnTo>
                  <a:lnTo>
                    <a:pt x="10857815" y="94299"/>
                  </a:lnTo>
                  <a:lnTo>
                    <a:pt x="10864865" y="137699"/>
                  </a:lnTo>
                  <a:lnTo>
                    <a:pt x="10864865" y="607705"/>
                  </a:lnTo>
                  <a:lnTo>
                    <a:pt x="10857814" y="651107"/>
                  </a:lnTo>
                  <a:lnTo>
                    <a:pt x="10838205" y="688892"/>
                  </a:lnTo>
                  <a:lnTo>
                    <a:pt x="10808352" y="718745"/>
                  </a:lnTo>
                  <a:lnTo>
                    <a:pt x="10770567" y="738354"/>
                  </a:lnTo>
                  <a:lnTo>
                    <a:pt x="10727165" y="745404"/>
                  </a:lnTo>
                  <a:lnTo>
                    <a:pt x="8101371" y="745404"/>
                  </a:lnTo>
                </a:path>
                <a:path w="14942819" h="753109">
                  <a:moveTo>
                    <a:pt x="5741230" y="12556"/>
                  </a:moveTo>
                  <a:lnTo>
                    <a:pt x="6639646" y="12556"/>
                  </a:lnTo>
                  <a:lnTo>
                    <a:pt x="6682746" y="19558"/>
                  </a:lnTo>
                  <a:lnTo>
                    <a:pt x="6720266" y="39031"/>
                  </a:lnTo>
                  <a:lnTo>
                    <a:pt x="6749909" y="68677"/>
                  </a:lnTo>
                  <a:lnTo>
                    <a:pt x="6769380" y="106197"/>
                  </a:lnTo>
                  <a:lnTo>
                    <a:pt x="6776380" y="149292"/>
                  </a:lnTo>
                  <a:lnTo>
                    <a:pt x="6776380" y="615995"/>
                  </a:lnTo>
                  <a:lnTo>
                    <a:pt x="6769380" y="659094"/>
                  </a:lnTo>
                  <a:lnTo>
                    <a:pt x="6749909" y="696614"/>
                  </a:lnTo>
                  <a:lnTo>
                    <a:pt x="6720265" y="726259"/>
                  </a:lnTo>
                  <a:lnTo>
                    <a:pt x="6682745" y="745730"/>
                  </a:lnTo>
                  <a:lnTo>
                    <a:pt x="6639646" y="752731"/>
                  </a:lnTo>
                  <a:lnTo>
                    <a:pt x="4032291" y="752731"/>
                  </a:lnTo>
                </a:path>
                <a:path w="14942819" h="753109">
                  <a:moveTo>
                    <a:pt x="14782558" y="0"/>
                  </a:moveTo>
                  <a:lnTo>
                    <a:pt x="14804852" y="0"/>
                  </a:lnTo>
                  <a:lnTo>
                    <a:pt x="14848258" y="7050"/>
                  </a:lnTo>
                  <a:lnTo>
                    <a:pt x="14886044" y="26660"/>
                  </a:lnTo>
                  <a:lnTo>
                    <a:pt x="14915898" y="56514"/>
                  </a:lnTo>
                  <a:lnTo>
                    <a:pt x="14935506" y="94299"/>
                  </a:lnTo>
                  <a:lnTo>
                    <a:pt x="14942557" y="137699"/>
                  </a:lnTo>
                  <a:lnTo>
                    <a:pt x="14942557" y="607705"/>
                  </a:lnTo>
                  <a:lnTo>
                    <a:pt x="14935506" y="651107"/>
                  </a:lnTo>
                  <a:lnTo>
                    <a:pt x="14915897" y="688892"/>
                  </a:lnTo>
                  <a:lnTo>
                    <a:pt x="14886043" y="718745"/>
                  </a:lnTo>
                  <a:lnTo>
                    <a:pt x="14848256" y="738354"/>
                  </a:lnTo>
                  <a:lnTo>
                    <a:pt x="14804852" y="745404"/>
                  </a:lnTo>
                  <a:lnTo>
                    <a:pt x="12179063" y="745404"/>
                  </a:lnTo>
                </a:path>
              </a:pathLst>
            </a:custGeom>
            <a:ln w="7199">
              <a:solidFill>
                <a:srgbClr val="98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7" name="object 26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658821" y="8887313"/>
              <a:ext cx="453092" cy="424180"/>
            </a:xfrm>
            <a:prstGeom prst="rect">
              <a:avLst/>
            </a:prstGeom>
          </p:spPr>
        </p:pic>
      </p:grpSp>
      <p:sp>
        <p:nvSpPr>
          <p:cNvPr id="268" name="object 268"/>
          <p:cNvSpPr txBox="1"/>
          <p:nvPr/>
        </p:nvSpPr>
        <p:spPr>
          <a:xfrm>
            <a:off x="7534597" y="8715298"/>
            <a:ext cx="2349424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БАНДЛИГИНИ ТАЪМИНЛАШ</a:t>
            </a:r>
          </a:p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             </a:t>
            </a:r>
            <a:r>
              <a:rPr lang="ru-RU" sz="2400" b="1" spc="40" dirty="0" smtClean="0">
                <a:solidFill>
                  <a:srgbClr val="4E3F9E"/>
                </a:solidFill>
                <a:latin typeface="Tahoma"/>
                <a:cs typeface="Tahoma"/>
              </a:rPr>
              <a:t>1</a:t>
            </a:r>
            <a:r>
              <a:rPr lang="en-US" sz="2400" b="1" spc="40" smtClean="0">
                <a:solidFill>
                  <a:srgbClr val="4E3F9E"/>
                </a:solidFill>
                <a:latin typeface="Tahoma"/>
                <a:cs typeface="Tahoma"/>
              </a:rPr>
              <a:t>0</a:t>
            </a:r>
            <a:r>
              <a:rPr lang="ru-RU" sz="2400" b="1" spc="40" smtClean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та</a:t>
            </a:r>
            <a:endParaRPr sz="1200" b="1" spc="40" dirty="0">
              <a:solidFill>
                <a:srgbClr val="4E3F9E"/>
              </a:solidFill>
              <a:latin typeface="Tahoma"/>
              <a:cs typeface="Tahoma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584675" y="2800908"/>
            <a:ext cx="16370518" cy="6489589"/>
            <a:chOff x="611988" y="2826842"/>
            <a:chExt cx="16370518" cy="6489589"/>
          </a:xfrm>
        </p:grpSpPr>
        <p:pic>
          <p:nvPicPr>
            <p:cNvPr id="271" name="object 271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67094" y="8797254"/>
              <a:ext cx="398955" cy="466962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796391" y="8878223"/>
              <a:ext cx="482089" cy="372560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0317443" y="8867373"/>
              <a:ext cx="465867" cy="449058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11988" y="8049078"/>
              <a:ext cx="351123" cy="334010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4356363" y="2971354"/>
              <a:ext cx="912600" cy="716362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154657" y="2986013"/>
              <a:ext cx="827849" cy="716365"/>
            </a:xfrm>
            <a:prstGeom prst="rect">
              <a:avLst/>
            </a:prstGeom>
          </p:spPr>
        </p:pic>
        <p:sp>
          <p:nvSpPr>
            <p:cNvPr id="277" name="object 277"/>
            <p:cNvSpPr/>
            <p:nvPr/>
          </p:nvSpPr>
          <p:spPr>
            <a:xfrm>
              <a:off x="14534690" y="2826842"/>
              <a:ext cx="2268855" cy="1018540"/>
            </a:xfrm>
            <a:custGeom>
              <a:avLst/>
              <a:gdLst/>
              <a:ahLst/>
              <a:cxnLst/>
              <a:rect l="l" t="t" r="r" b="b"/>
              <a:pathLst>
                <a:path w="2268855" h="1018539">
                  <a:moveTo>
                    <a:pt x="2226196" y="0"/>
                  </a:moveTo>
                  <a:lnTo>
                    <a:pt x="60098" y="0"/>
                  </a:lnTo>
                  <a:lnTo>
                    <a:pt x="36766" y="1634"/>
                  </a:lnTo>
                  <a:lnTo>
                    <a:pt x="17656" y="6082"/>
                  </a:lnTo>
                  <a:lnTo>
                    <a:pt x="4743" y="12664"/>
                  </a:lnTo>
                  <a:lnTo>
                    <a:pt x="0" y="20699"/>
                  </a:lnTo>
                  <a:lnTo>
                    <a:pt x="0" y="997508"/>
                  </a:lnTo>
                  <a:lnTo>
                    <a:pt x="4743" y="1005544"/>
                  </a:lnTo>
                  <a:lnTo>
                    <a:pt x="17656" y="1012126"/>
                  </a:lnTo>
                  <a:lnTo>
                    <a:pt x="36766" y="1016575"/>
                  </a:lnTo>
                  <a:lnTo>
                    <a:pt x="60098" y="1018209"/>
                  </a:lnTo>
                  <a:lnTo>
                    <a:pt x="2101528" y="1018209"/>
                  </a:lnTo>
                  <a:lnTo>
                    <a:pt x="2226196" y="1018209"/>
                  </a:lnTo>
                  <a:lnTo>
                    <a:pt x="2242532" y="1016575"/>
                  </a:lnTo>
                  <a:lnTo>
                    <a:pt x="2255913" y="1012126"/>
                  </a:lnTo>
                  <a:lnTo>
                    <a:pt x="2264955" y="1005544"/>
                  </a:lnTo>
                  <a:lnTo>
                    <a:pt x="2268277" y="997508"/>
                  </a:lnTo>
                  <a:lnTo>
                    <a:pt x="2268277" y="20699"/>
                  </a:lnTo>
                  <a:lnTo>
                    <a:pt x="2264955" y="12664"/>
                  </a:lnTo>
                  <a:lnTo>
                    <a:pt x="2255913" y="6082"/>
                  </a:lnTo>
                  <a:lnTo>
                    <a:pt x="2242532" y="1634"/>
                  </a:lnTo>
                  <a:lnTo>
                    <a:pt x="2226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14534690" y="2826842"/>
              <a:ext cx="2268855" cy="1018540"/>
            </a:xfrm>
            <a:custGeom>
              <a:avLst/>
              <a:gdLst/>
              <a:ahLst/>
              <a:cxnLst/>
              <a:rect l="l" t="t" r="r" b="b"/>
              <a:pathLst>
                <a:path w="2268855" h="1018539">
                  <a:moveTo>
                    <a:pt x="2101528" y="1018209"/>
                  </a:moveTo>
                  <a:lnTo>
                    <a:pt x="796891" y="1018209"/>
                  </a:lnTo>
                  <a:lnTo>
                    <a:pt x="60098" y="1018209"/>
                  </a:lnTo>
                  <a:lnTo>
                    <a:pt x="36766" y="1016575"/>
                  </a:lnTo>
                  <a:lnTo>
                    <a:pt x="17656" y="1012126"/>
                  </a:lnTo>
                  <a:lnTo>
                    <a:pt x="4743" y="1005544"/>
                  </a:lnTo>
                  <a:lnTo>
                    <a:pt x="0" y="997508"/>
                  </a:lnTo>
                  <a:lnTo>
                    <a:pt x="0" y="20699"/>
                  </a:lnTo>
                  <a:lnTo>
                    <a:pt x="4743" y="12664"/>
                  </a:lnTo>
                  <a:lnTo>
                    <a:pt x="17656" y="6082"/>
                  </a:lnTo>
                  <a:lnTo>
                    <a:pt x="36766" y="1634"/>
                  </a:lnTo>
                  <a:lnTo>
                    <a:pt x="60098" y="0"/>
                  </a:lnTo>
                  <a:lnTo>
                    <a:pt x="796891" y="0"/>
                  </a:lnTo>
                  <a:lnTo>
                    <a:pt x="2101528" y="0"/>
                  </a:lnTo>
                  <a:lnTo>
                    <a:pt x="2226196" y="0"/>
                  </a:lnTo>
                  <a:lnTo>
                    <a:pt x="2242532" y="1634"/>
                  </a:lnTo>
                  <a:lnTo>
                    <a:pt x="2255913" y="6082"/>
                  </a:lnTo>
                  <a:lnTo>
                    <a:pt x="2264955" y="12664"/>
                  </a:lnTo>
                  <a:lnTo>
                    <a:pt x="2268277" y="20699"/>
                  </a:lnTo>
                  <a:lnTo>
                    <a:pt x="2268277" y="997508"/>
                  </a:lnTo>
                  <a:lnTo>
                    <a:pt x="2264955" y="1005544"/>
                  </a:lnTo>
                  <a:lnTo>
                    <a:pt x="2255913" y="1012126"/>
                  </a:lnTo>
                  <a:lnTo>
                    <a:pt x="2242532" y="1016575"/>
                  </a:lnTo>
                  <a:lnTo>
                    <a:pt x="2226196" y="1018209"/>
                  </a:lnTo>
                  <a:lnTo>
                    <a:pt x="2101528" y="1018209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9" name="object 279"/>
          <p:cNvSpPr txBox="1"/>
          <p:nvPr/>
        </p:nvSpPr>
        <p:spPr>
          <a:xfrm>
            <a:off x="14637636" y="2868367"/>
            <a:ext cx="2074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16387F"/>
                </a:solidFill>
                <a:latin typeface="Tahoma"/>
                <a:cs typeface="Tahoma"/>
              </a:rPr>
              <a:t>Бандлиги</a:t>
            </a:r>
            <a:r>
              <a:rPr sz="1400" spc="3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16387F"/>
                </a:solidFill>
                <a:latin typeface="Tahoma"/>
                <a:cs typeface="Tahoma"/>
              </a:rPr>
              <a:t>таъминланадиган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280" name="object 280"/>
          <p:cNvSpPr txBox="1"/>
          <p:nvPr/>
        </p:nvSpPr>
        <p:spPr>
          <a:xfrm>
            <a:off x="15254901" y="3082708"/>
            <a:ext cx="8166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16387F"/>
                </a:solidFill>
                <a:latin typeface="Tahoma"/>
                <a:cs typeface="Tahoma"/>
              </a:rPr>
              <a:t>ишсизлар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1" name="object 281"/>
          <p:cNvSpPr txBox="1"/>
          <p:nvPr/>
        </p:nvSpPr>
        <p:spPr>
          <a:xfrm>
            <a:off x="15037692" y="3200767"/>
            <a:ext cx="1383030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lang="uz-Cyrl-UZ" sz="3700" b="1" dirty="0">
                <a:solidFill>
                  <a:srgbClr val="16387F"/>
                </a:solidFill>
                <a:latin typeface="Tahoma"/>
                <a:cs typeface="Tahoma"/>
              </a:rPr>
              <a:t>10</a:t>
            </a:r>
            <a:r>
              <a:rPr sz="3700" b="1" spc="5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387F"/>
                </a:solidFill>
                <a:latin typeface="Tahoma"/>
                <a:cs typeface="Tahoma"/>
              </a:rPr>
              <a:t>нафар</a:t>
            </a:r>
            <a:endParaRPr sz="1650" dirty="0">
              <a:latin typeface="Tahoma"/>
              <a:cs typeface="Tahoma"/>
            </a:endParaRPr>
          </a:p>
        </p:txBody>
      </p:sp>
      <p:sp>
        <p:nvSpPr>
          <p:cNvPr id="282" name="object 282"/>
          <p:cNvSpPr txBox="1"/>
          <p:nvPr/>
        </p:nvSpPr>
        <p:spPr>
          <a:xfrm>
            <a:off x="11482952" y="2826842"/>
            <a:ext cx="2268855" cy="1056443"/>
          </a:xfrm>
          <a:prstGeom prst="rect">
            <a:avLst/>
          </a:prstGeom>
          <a:ln w="10521">
            <a:solidFill>
              <a:srgbClr val="00A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98145" marR="349250" algn="ctr">
              <a:lnSpc>
                <a:spcPct val="97500"/>
              </a:lnSpc>
              <a:spcBef>
                <a:spcPts val="300"/>
              </a:spcBef>
            </a:pPr>
            <a:r>
              <a:rPr sz="1400" spc="-30" dirty="0">
                <a:solidFill>
                  <a:srgbClr val="16387F"/>
                </a:solidFill>
                <a:latin typeface="Tahoma"/>
                <a:cs typeface="Tahoma"/>
              </a:rPr>
              <a:t>Маҳаллада</a:t>
            </a:r>
            <a:r>
              <a:rPr sz="1400" spc="-3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16387F"/>
                </a:solidFill>
                <a:latin typeface="Tahoma"/>
                <a:cs typeface="Tahoma"/>
              </a:rPr>
              <a:t>мавжуд </a:t>
            </a:r>
            <a:r>
              <a:rPr sz="1400" spc="-10" dirty="0">
                <a:solidFill>
                  <a:srgbClr val="16387F"/>
                </a:solidFill>
                <a:latin typeface="Tahoma"/>
                <a:cs typeface="Tahoma"/>
              </a:rPr>
              <a:t>бўш</a:t>
            </a:r>
            <a:r>
              <a:rPr sz="1400" spc="-9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16387F"/>
                </a:solidFill>
                <a:latin typeface="Tahoma"/>
                <a:cs typeface="Tahoma"/>
              </a:rPr>
              <a:t>иш</a:t>
            </a:r>
            <a:r>
              <a:rPr sz="1400" spc="-95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16387F"/>
                </a:solidFill>
                <a:latin typeface="Tahoma"/>
                <a:cs typeface="Tahoma"/>
              </a:rPr>
              <a:t>ўринлари</a:t>
            </a:r>
            <a:r>
              <a:rPr sz="1400" spc="-1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ru-RU" sz="3700" b="1" spc="-10" dirty="0">
                <a:solidFill>
                  <a:srgbClr val="16387F"/>
                </a:solidFill>
                <a:latin typeface="Tahoma"/>
                <a:cs typeface="Tahoma"/>
              </a:rPr>
              <a:t>17</a:t>
            </a:r>
            <a:r>
              <a:rPr sz="3700" b="1" spc="30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lang="uz-Cyrl-UZ" sz="1650" spc="-10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650" dirty="0">
              <a:latin typeface="Tahoma"/>
              <a:cs typeface="Tahoma"/>
            </a:endParaRPr>
          </a:p>
        </p:txBody>
      </p:sp>
      <p:grpSp>
        <p:nvGrpSpPr>
          <p:cNvPr id="283" name="object 283"/>
          <p:cNvGrpSpPr/>
          <p:nvPr/>
        </p:nvGrpSpPr>
        <p:grpSpPr>
          <a:xfrm>
            <a:off x="16019603" y="4020295"/>
            <a:ext cx="1204476" cy="913108"/>
            <a:chOff x="16019603" y="4020295"/>
            <a:chExt cx="1204476" cy="913108"/>
          </a:xfrm>
        </p:grpSpPr>
        <p:pic>
          <p:nvPicPr>
            <p:cNvPr id="285" name="object 28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6095998" y="4020295"/>
              <a:ext cx="1051471" cy="347018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6019603" y="4237534"/>
              <a:ext cx="1204476" cy="695869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16095998" y="4367314"/>
              <a:ext cx="1051560" cy="481965"/>
            </a:xfrm>
            <a:custGeom>
              <a:avLst/>
              <a:gdLst/>
              <a:ahLst/>
              <a:cxnLst/>
              <a:rect l="l" t="t" r="r" b="b"/>
              <a:pathLst>
                <a:path w="1051559" h="481964">
                  <a:moveTo>
                    <a:pt x="1051471" y="0"/>
                  </a:moveTo>
                  <a:lnTo>
                    <a:pt x="0" y="0"/>
                  </a:lnTo>
                  <a:lnTo>
                    <a:pt x="0" y="339116"/>
                  </a:lnTo>
                  <a:lnTo>
                    <a:pt x="6742" y="384181"/>
                  </a:lnTo>
                  <a:lnTo>
                    <a:pt x="25518" y="423319"/>
                  </a:lnTo>
                  <a:lnTo>
                    <a:pt x="54148" y="454182"/>
                  </a:lnTo>
                  <a:lnTo>
                    <a:pt x="90454" y="474422"/>
                  </a:lnTo>
                  <a:lnTo>
                    <a:pt x="132257" y="481690"/>
                  </a:lnTo>
                  <a:lnTo>
                    <a:pt x="919217" y="481690"/>
                  </a:lnTo>
                  <a:lnTo>
                    <a:pt x="961017" y="474422"/>
                  </a:lnTo>
                  <a:lnTo>
                    <a:pt x="997322" y="454182"/>
                  </a:lnTo>
                  <a:lnTo>
                    <a:pt x="1025952" y="423319"/>
                  </a:lnTo>
                  <a:lnTo>
                    <a:pt x="1044728" y="384181"/>
                  </a:lnTo>
                  <a:lnTo>
                    <a:pt x="1051471" y="339116"/>
                  </a:lnTo>
                  <a:lnTo>
                    <a:pt x="1051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16558382" y="4433676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0"/>
                  </a:moveTo>
                  <a:lnTo>
                    <a:pt x="0" y="348639"/>
                  </a:lnTo>
                </a:path>
              </a:pathLst>
            </a:custGeom>
            <a:ln w="12701">
              <a:solidFill>
                <a:srgbClr val="AFB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16129996" y="4018818"/>
            <a:ext cx="988694" cy="340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150"/>
              </a:lnSpc>
              <a:spcBef>
                <a:spcPts val="90"/>
              </a:spcBef>
            </a:pPr>
            <a:r>
              <a:rPr sz="1100" b="1" spc="-10" dirty="0">
                <a:solidFill>
                  <a:srgbClr val="FFFFFF"/>
                </a:solidFill>
                <a:latin typeface="Tahoma"/>
                <a:cs typeface="Tahoma"/>
              </a:rPr>
              <a:t>Субсидия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ts val="1330"/>
              </a:lnSpc>
            </a:pPr>
            <a:r>
              <a:rPr sz="1100" spc="-575" dirty="0">
                <a:solidFill>
                  <a:srgbClr val="FFFFFF"/>
                </a:solidFill>
                <a:latin typeface="Tahoma"/>
                <a:cs typeface="Tahoma"/>
              </a:rPr>
              <a:t>а</a:t>
            </a:r>
            <a:r>
              <a:rPr sz="1875" spc="-944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1100" spc="-325" dirty="0">
                <a:solidFill>
                  <a:srgbClr val="FFFFFF"/>
                </a:solidFill>
                <a:latin typeface="Tahoma"/>
                <a:cs typeface="Tahoma"/>
              </a:rPr>
              <a:t>ж</a:t>
            </a:r>
            <a:r>
              <a:rPr sz="1875" spc="-1064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Л</a:t>
            </a:r>
            <a:r>
              <a:rPr sz="1100" spc="-100" dirty="0">
                <a:solidFill>
                  <a:srgbClr val="FFFFFF"/>
                </a:solidFill>
                <a:latin typeface="Tahoma"/>
                <a:cs typeface="Tahoma"/>
              </a:rPr>
              <a:t>р</a:t>
            </a:r>
            <a:r>
              <a:rPr sz="1875" spc="-1350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Р</a:t>
            </a:r>
            <a:r>
              <a:rPr sz="1100" spc="-75" dirty="0">
                <a:solidFill>
                  <a:srgbClr val="FFFFFF"/>
                </a:solidFill>
                <a:latin typeface="Tahoma"/>
                <a:cs typeface="Tahoma"/>
              </a:rPr>
              <a:t>а</a:t>
            </a:r>
            <a:r>
              <a:rPr sz="1100" spc="-434" dirty="0">
                <a:solidFill>
                  <a:srgbClr val="FFFFFF"/>
                </a:solidFill>
                <a:latin typeface="Tahoma"/>
                <a:cs typeface="Tahoma"/>
              </a:rPr>
              <a:t>т</a:t>
            </a:r>
            <a:r>
              <a:rPr sz="1875" spc="-982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Д</a:t>
            </a:r>
            <a:r>
              <a:rPr sz="1100" spc="-190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1875" spc="-480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.</a:t>
            </a:r>
            <a:r>
              <a:rPr sz="1100" spc="-690" dirty="0">
                <a:solidFill>
                  <a:srgbClr val="FFFFFF"/>
                </a:solidFill>
                <a:latin typeface="Tahoma"/>
                <a:cs typeface="Tahoma"/>
              </a:rPr>
              <a:t>ш</a:t>
            </a:r>
            <a:r>
              <a:rPr sz="1875" spc="-112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С</a:t>
            </a:r>
            <a:r>
              <a:rPr sz="1875" spc="-1260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Ў</a:t>
            </a:r>
            <a:r>
              <a:rPr sz="1100" spc="-75" dirty="0">
                <a:solidFill>
                  <a:srgbClr val="FFFFFF"/>
                </a:solidFill>
                <a:latin typeface="Tahoma"/>
                <a:cs typeface="Tahoma"/>
              </a:rPr>
              <a:t>о</a:t>
            </a:r>
            <a:r>
              <a:rPr sz="1100" spc="-525" dirty="0">
                <a:solidFill>
                  <a:srgbClr val="FFFFFF"/>
                </a:solidFill>
                <a:latin typeface="Tahoma"/>
                <a:cs typeface="Tahoma"/>
              </a:rPr>
              <a:t>р</a:t>
            </a:r>
            <a:r>
              <a:rPr sz="1875" spc="-1019" baseline="-6666" dirty="0">
                <a:solidFill>
                  <a:srgbClr val="4E3F9E"/>
                </a:solidFill>
                <a:latin typeface="Microsoft Sans Serif"/>
                <a:cs typeface="Microsoft Sans Serif"/>
              </a:rPr>
              <a:t>М</a:t>
            </a:r>
            <a:r>
              <a:rPr sz="1100" spc="-75" dirty="0">
                <a:solidFill>
                  <a:srgbClr val="FFFFFF"/>
                </a:solidFill>
                <a:latin typeface="Tahoma"/>
                <a:cs typeface="Tahoma"/>
              </a:rPr>
              <a:t>қали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1776354" y="4447404"/>
            <a:ext cx="5290820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4"/>
              </a:spcBef>
              <a:tabLst>
                <a:tab pos="1280795" algn="l"/>
                <a:tab pos="2522855" algn="l"/>
                <a:tab pos="3723640" algn="l"/>
                <a:tab pos="4907280" algn="l"/>
              </a:tabLst>
            </a:pPr>
            <a:r>
              <a:rPr lang="en-US" sz="3375" b="1" spc="-412" baseline="1234" dirty="0">
                <a:solidFill>
                  <a:srgbClr val="16387F"/>
                </a:solidFill>
                <a:latin typeface="Tahoma"/>
                <a:cs typeface="Tahoma"/>
              </a:rPr>
              <a:t>6</a:t>
            </a:r>
            <a:r>
              <a:rPr sz="3375" b="1" spc="-135" baseline="1234" dirty="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00" spc="-37" baseline="2314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800" baseline="2314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lang="en-US" sz="2250" b="1" spc="-275" dirty="0" smtClean="0">
                <a:solidFill>
                  <a:srgbClr val="16387F"/>
                </a:solidFill>
                <a:latin typeface="Tahoma"/>
                <a:cs typeface="Tahoma"/>
              </a:rPr>
              <a:t>2</a:t>
            </a:r>
            <a:r>
              <a:rPr sz="2250" b="1" spc="-90" dirty="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200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lang="en-US" sz="3375" b="1" spc="-412" baseline="3703" dirty="0" smtClean="0">
                <a:solidFill>
                  <a:srgbClr val="16387F"/>
                </a:solidFill>
                <a:latin typeface="Tahoma"/>
                <a:cs typeface="Tahoma"/>
              </a:rPr>
              <a:t>1</a:t>
            </a:r>
            <a:r>
              <a:rPr sz="3375" b="1" spc="-187" baseline="3703" dirty="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00" spc="-37" baseline="6944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800" baseline="6944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lang="en-US" sz="3375" b="1" spc="-412" baseline="1234" dirty="0" smtClean="0">
                <a:solidFill>
                  <a:srgbClr val="16387F"/>
                </a:solidFill>
                <a:latin typeface="Tahoma"/>
                <a:cs typeface="Tahoma"/>
              </a:rPr>
              <a:t>1</a:t>
            </a:r>
            <a:r>
              <a:rPr sz="3375" b="1" spc="-135" baseline="1234" dirty="0" smtClean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00" spc="-37" baseline="2314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r>
              <a:rPr sz="1800" baseline="2314" dirty="0">
                <a:solidFill>
                  <a:srgbClr val="16387F"/>
                </a:solidFill>
                <a:latin typeface="Tahoma"/>
                <a:cs typeface="Tahoma"/>
              </a:rPr>
              <a:t>	</a:t>
            </a:r>
            <a:r>
              <a:rPr lang="uz-Cyrl-UZ" sz="3375" b="1" spc="-412" baseline="1234" dirty="0">
                <a:solidFill>
                  <a:srgbClr val="16387F"/>
                </a:solidFill>
                <a:latin typeface="Tahoma"/>
                <a:cs typeface="Tahoma"/>
              </a:rPr>
              <a:t>0</a:t>
            </a:r>
            <a:r>
              <a:rPr sz="3375" b="1" spc="-135" baseline="1234" dirty="0">
                <a:solidFill>
                  <a:srgbClr val="16387F"/>
                </a:solidFill>
                <a:latin typeface="Tahoma"/>
                <a:cs typeface="Tahoma"/>
              </a:rPr>
              <a:t> </a:t>
            </a:r>
            <a:r>
              <a:rPr sz="1800" spc="-37" baseline="2314" dirty="0">
                <a:solidFill>
                  <a:srgbClr val="16387F"/>
                </a:solidFill>
                <a:latin typeface="Tahoma"/>
                <a:cs typeface="Tahoma"/>
              </a:rPr>
              <a:t>та</a:t>
            </a:r>
            <a:endParaRPr sz="1800" baseline="2314" dirty="0">
              <a:latin typeface="Tahoma"/>
              <a:cs typeface="Tahoma"/>
            </a:endParaRPr>
          </a:p>
        </p:txBody>
      </p:sp>
      <p:sp>
        <p:nvSpPr>
          <p:cNvPr id="291" name="object 291"/>
          <p:cNvSpPr/>
          <p:nvPr/>
        </p:nvSpPr>
        <p:spPr>
          <a:xfrm>
            <a:off x="16157505" y="4480727"/>
            <a:ext cx="337185" cy="283210"/>
          </a:xfrm>
          <a:custGeom>
            <a:avLst/>
            <a:gdLst/>
            <a:ahLst/>
            <a:cxnLst/>
            <a:rect l="l" t="t" r="r" b="b"/>
            <a:pathLst>
              <a:path w="337184" h="283210">
                <a:moveTo>
                  <a:pt x="15426" y="210662"/>
                </a:moveTo>
                <a:lnTo>
                  <a:pt x="10519" y="210662"/>
                </a:lnTo>
                <a:lnTo>
                  <a:pt x="3837" y="213073"/>
                </a:lnTo>
                <a:lnTo>
                  <a:pt x="576" y="218618"/>
                </a:lnTo>
                <a:lnTo>
                  <a:pt x="546" y="225587"/>
                </a:lnTo>
                <a:lnTo>
                  <a:pt x="4198" y="231179"/>
                </a:lnTo>
                <a:lnTo>
                  <a:pt x="11761" y="235048"/>
                </a:lnTo>
                <a:lnTo>
                  <a:pt x="24557" y="240424"/>
                </a:lnTo>
                <a:lnTo>
                  <a:pt x="45943" y="248836"/>
                </a:lnTo>
                <a:lnTo>
                  <a:pt x="91377" y="267666"/>
                </a:lnTo>
                <a:lnTo>
                  <a:pt x="117838" y="278363"/>
                </a:lnTo>
                <a:lnTo>
                  <a:pt x="130741" y="282886"/>
                </a:lnTo>
                <a:lnTo>
                  <a:pt x="137481" y="281551"/>
                </a:lnTo>
                <a:lnTo>
                  <a:pt x="145370" y="278363"/>
                </a:lnTo>
                <a:lnTo>
                  <a:pt x="160060" y="271341"/>
                </a:lnTo>
                <a:lnTo>
                  <a:pt x="186612" y="259065"/>
                </a:lnTo>
                <a:lnTo>
                  <a:pt x="130525" y="259065"/>
                </a:lnTo>
                <a:lnTo>
                  <a:pt x="126521" y="256187"/>
                </a:lnTo>
                <a:lnTo>
                  <a:pt x="100940" y="245806"/>
                </a:lnTo>
                <a:lnTo>
                  <a:pt x="93517" y="242616"/>
                </a:lnTo>
                <a:lnTo>
                  <a:pt x="86818" y="240100"/>
                </a:lnTo>
                <a:lnTo>
                  <a:pt x="79391" y="236906"/>
                </a:lnTo>
                <a:lnTo>
                  <a:pt x="24541" y="214522"/>
                </a:lnTo>
                <a:lnTo>
                  <a:pt x="15426" y="210662"/>
                </a:lnTo>
                <a:close/>
              </a:path>
              <a:path w="337184" h="283210">
                <a:moveTo>
                  <a:pt x="310886" y="79954"/>
                </a:moveTo>
                <a:lnTo>
                  <a:pt x="85374" y="79954"/>
                </a:lnTo>
                <a:lnTo>
                  <a:pt x="87649" y="82138"/>
                </a:lnTo>
                <a:lnTo>
                  <a:pt x="97424" y="86689"/>
                </a:lnTo>
                <a:lnTo>
                  <a:pt x="109153" y="91901"/>
                </a:lnTo>
                <a:lnTo>
                  <a:pt x="134179" y="102386"/>
                </a:lnTo>
                <a:lnTo>
                  <a:pt x="146276" y="107620"/>
                </a:lnTo>
                <a:lnTo>
                  <a:pt x="149252" y="108955"/>
                </a:lnTo>
                <a:lnTo>
                  <a:pt x="151481" y="109863"/>
                </a:lnTo>
                <a:lnTo>
                  <a:pt x="159034" y="113243"/>
                </a:lnTo>
                <a:lnTo>
                  <a:pt x="166773" y="117199"/>
                </a:lnTo>
                <a:lnTo>
                  <a:pt x="171320" y="118218"/>
                </a:lnTo>
                <a:lnTo>
                  <a:pt x="165774" y="121297"/>
                </a:lnTo>
                <a:lnTo>
                  <a:pt x="156033" y="125931"/>
                </a:lnTo>
                <a:lnTo>
                  <a:pt x="140260" y="133143"/>
                </a:lnTo>
                <a:lnTo>
                  <a:pt x="131816" y="137198"/>
                </a:lnTo>
                <a:lnTo>
                  <a:pt x="132178" y="137198"/>
                </a:lnTo>
                <a:lnTo>
                  <a:pt x="133963" y="137935"/>
                </a:lnTo>
                <a:lnTo>
                  <a:pt x="186347" y="137935"/>
                </a:lnTo>
                <a:lnTo>
                  <a:pt x="186330" y="152170"/>
                </a:lnTo>
                <a:lnTo>
                  <a:pt x="134255" y="176555"/>
                </a:lnTo>
                <a:lnTo>
                  <a:pt x="130537" y="178172"/>
                </a:lnTo>
                <a:lnTo>
                  <a:pt x="186347" y="178172"/>
                </a:lnTo>
                <a:lnTo>
                  <a:pt x="186347" y="192608"/>
                </a:lnTo>
                <a:lnTo>
                  <a:pt x="176012" y="197619"/>
                </a:lnTo>
                <a:lnTo>
                  <a:pt x="154711" y="207253"/>
                </a:lnTo>
                <a:lnTo>
                  <a:pt x="144270" y="212106"/>
                </a:lnTo>
                <a:lnTo>
                  <a:pt x="141037" y="213657"/>
                </a:lnTo>
                <a:lnTo>
                  <a:pt x="137646" y="215529"/>
                </a:lnTo>
                <a:lnTo>
                  <a:pt x="130525" y="218618"/>
                </a:lnTo>
                <a:lnTo>
                  <a:pt x="186347" y="218618"/>
                </a:lnTo>
                <a:lnTo>
                  <a:pt x="186347" y="233051"/>
                </a:lnTo>
                <a:lnTo>
                  <a:pt x="134255" y="257452"/>
                </a:lnTo>
                <a:lnTo>
                  <a:pt x="130525" y="259065"/>
                </a:lnTo>
                <a:lnTo>
                  <a:pt x="186612" y="259065"/>
                </a:lnTo>
                <a:lnTo>
                  <a:pt x="198619" y="253514"/>
                </a:lnTo>
                <a:lnTo>
                  <a:pt x="218019" y="244176"/>
                </a:lnTo>
                <a:lnTo>
                  <a:pt x="227751" y="239686"/>
                </a:lnTo>
                <a:lnTo>
                  <a:pt x="237661" y="235426"/>
                </a:lnTo>
                <a:lnTo>
                  <a:pt x="241995" y="233648"/>
                </a:lnTo>
                <a:lnTo>
                  <a:pt x="246153" y="231391"/>
                </a:lnTo>
                <a:lnTo>
                  <a:pt x="250215" y="229439"/>
                </a:lnTo>
                <a:lnTo>
                  <a:pt x="326082" y="194052"/>
                </a:lnTo>
                <a:lnTo>
                  <a:pt x="270501" y="194052"/>
                </a:lnTo>
                <a:lnTo>
                  <a:pt x="270501" y="179605"/>
                </a:lnTo>
                <a:lnTo>
                  <a:pt x="273323" y="178172"/>
                </a:lnTo>
                <a:lnTo>
                  <a:pt x="275950" y="176999"/>
                </a:lnTo>
                <a:lnTo>
                  <a:pt x="279019" y="175509"/>
                </a:lnTo>
                <a:lnTo>
                  <a:pt x="305377" y="163294"/>
                </a:lnTo>
                <a:lnTo>
                  <a:pt x="311757" y="160553"/>
                </a:lnTo>
                <a:lnTo>
                  <a:pt x="327615" y="152879"/>
                </a:lnTo>
                <a:lnTo>
                  <a:pt x="270501" y="152879"/>
                </a:lnTo>
                <a:lnTo>
                  <a:pt x="270501" y="139163"/>
                </a:lnTo>
                <a:lnTo>
                  <a:pt x="272913" y="137935"/>
                </a:lnTo>
                <a:lnTo>
                  <a:pt x="275950" y="136553"/>
                </a:lnTo>
                <a:lnTo>
                  <a:pt x="282147" y="133547"/>
                </a:lnTo>
                <a:lnTo>
                  <a:pt x="284572" y="132712"/>
                </a:lnTo>
                <a:lnTo>
                  <a:pt x="285839" y="132154"/>
                </a:lnTo>
                <a:lnTo>
                  <a:pt x="293692" y="128435"/>
                </a:lnTo>
                <a:lnTo>
                  <a:pt x="299232" y="125706"/>
                </a:lnTo>
                <a:lnTo>
                  <a:pt x="305309" y="122780"/>
                </a:lnTo>
                <a:lnTo>
                  <a:pt x="323104" y="114607"/>
                </a:lnTo>
                <a:lnTo>
                  <a:pt x="325940" y="113243"/>
                </a:lnTo>
                <a:lnTo>
                  <a:pt x="270501" y="113243"/>
                </a:lnTo>
                <a:lnTo>
                  <a:pt x="270501" y="98717"/>
                </a:lnTo>
                <a:lnTo>
                  <a:pt x="305309" y="82337"/>
                </a:lnTo>
                <a:lnTo>
                  <a:pt x="310886" y="79954"/>
                </a:lnTo>
                <a:close/>
              </a:path>
              <a:path w="337184" h="283210">
                <a:moveTo>
                  <a:pt x="15426" y="170217"/>
                </a:moveTo>
                <a:lnTo>
                  <a:pt x="10519" y="170217"/>
                </a:lnTo>
                <a:lnTo>
                  <a:pt x="3837" y="172628"/>
                </a:lnTo>
                <a:lnTo>
                  <a:pt x="577" y="178172"/>
                </a:lnTo>
                <a:lnTo>
                  <a:pt x="546" y="185144"/>
                </a:lnTo>
                <a:lnTo>
                  <a:pt x="4198" y="190736"/>
                </a:lnTo>
                <a:lnTo>
                  <a:pt x="12765" y="195044"/>
                </a:lnTo>
                <a:lnTo>
                  <a:pt x="27646" y="201215"/>
                </a:lnTo>
                <a:lnTo>
                  <a:pt x="96613" y="229023"/>
                </a:lnTo>
                <a:lnTo>
                  <a:pt x="118770" y="238573"/>
                </a:lnTo>
                <a:lnTo>
                  <a:pt x="130579" y="242374"/>
                </a:lnTo>
                <a:lnTo>
                  <a:pt x="141262" y="239963"/>
                </a:lnTo>
                <a:lnTo>
                  <a:pt x="160045" y="230880"/>
                </a:lnTo>
                <a:lnTo>
                  <a:pt x="186325" y="218618"/>
                </a:lnTo>
                <a:lnTo>
                  <a:pt x="130525" y="218618"/>
                </a:lnTo>
                <a:lnTo>
                  <a:pt x="126467" y="215706"/>
                </a:lnTo>
                <a:lnTo>
                  <a:pt x="123123" y="214377"/>
                </a:lnTo>
                <a:lnTo>
                  <a:pt x="24541" y="174075"/>
                </a:lnTo>
                <a:lnTo>
                  <a:pt x="15426" y="170217"/>
                </a:lnTo>
                <a:close/>
              </a:path>
              <a:path w="337184" h="283210">
                <a:moveTo>
                  <a:pt x="12777" y="129774"/>
                </a:moveTo>
                <a:lnTo>
                  <a:pt x="4912" y="132154"/>
                </a:lnTo>
                <a:lnTo>
                  <a:pt x="1041" y="137198"/>
                </a:lnTo>
                <a:lnTo>
                  <a:pt x="547" y="137935"/>
                </a:lnTo>
                <a:lnTo>
                  <a:pt x="247" y="143000"/>
                </a:lnTo>
                <a:lnTo>
                  <a:pt x="150" y="144624"/>
                </a:lnTo>
                <a:lnTo>
                  <a:pt x="4155" y="150334"/>
                </a:lnTo>
                <a:lnTo>
                  <a:pt x="6786" y="152170"/>
                </a:lnTo>
                <a:lnTo>
                  <a:pt x="9185" y="152879"/>
                </a:lnTo>
                <a:lnTo>
                  <a:pt x="126762" y="200860"/>
                </a:lnTo>
                <a:lnTo>
                  <a:pt x="135122" y="201825"/>
                </a:lnTo>
                <a:lnTo>
                  <a:pt x="144292" y="198366"/>
                </a:lnTo>
                <a:lnTo>
                  <a:pt x="160045" y="190438"/>
                </a:lnTo>
                <a:lnTo>
                  <a:pt x="164393" y="188328"/>
                </a:lnTo>
                <a:lnTo>
                  <a:pt x="168747" y="186621"/>
                </a:lnTo>
                <a:lnTo>
                  <a:pt x="177887" y="182230"/>
                </a:lnTo>
                <a:lnTo>
                  <a:pt x="182063" y="180343"/>
                </a:lnTo>
                <a:lnTo>
                  <a:pt x="186327" y="178172"/>
                </a:lnTo>
                <a:lnTo>
                  <a:pt x="130575" y="178172"/>
                </a:lnTo>
                <a:lnTo>
                  <a:pt x="126554" y="175270"/>
                </a:lnTo>
                <a:lnTo>
                  <a:pt x="119221" y="172434"/>
                </a:lnTo>
                <a:lnTo>
                  <a:pt x="115952" y="170937"/>
                </a:lnTo>
                <a:lnTo>
                  <a:pt x="68271" y="151543"/>
                </a:lnTo>
                <a:lnTo>
                  <a:pt x="39348" y="139424"/>
                </a:lnTo>
                <a:lnTo>
                  <a:pt x="22457" y="132712"/>
                </a:lnTo>
                <a:lnTo>
                  <a:pt x="12777" y="129774"/>
                </a:lnTo>
                <a:close/>
              </a:path>
              <a:path w="337184" h="283210">
                <a:moveTo>
                  <a:pt x="326106" y="170217"/>
                </a:moveTo>
                <a:lnTo>
                  <a:pt x="319435" y="171535"/>
                </a:lnTo>
                <a:lnTo>
                  <a:pt x="311435" y="174696"/>
                </a:lnTo>
                <a:lnTo>
                  <a:pt x="303447" y="178509"/>
                </a:lnTo>
                <a:lnTo>
                  <a:pt x="296812" y="181783"/>
                </a:lnTo>
                <a:lnTo>
                  <a:pt x="294606" y="182827"/>
                </a:lnTo>
                <a:lnTo>
                  <a:pt x="292237" y="183609"/>
                </a:lnTo>
                <a:lnTo>
                  <a:pt x="287798" y="185707"/>
                </a:lnTo>
                <a:lnTo>
                  <a:pt x="285963" y="186621"/>
                </a:lnTo>
                <a:lnTo>
                  <a:pt x="278968" y="189984"/>
                </a:lnTo>
                <a:lnTo>
                  <a:pt x="274788" y="191870"/>
                </a:lnTo>
                <a:lnTo>
                  <a:pt x="270501" y="194052"/>
                </a:lnTo>
                <a:lnTo>
                  <a:pt x="326082" y="194052"/>
                </a:lnTo>
                <a:lnTo>
                  <a:pt x="336282" y="179605"/>
                </a:lnTo>
                <a:lnTo>
                  <a:pt x="336360" y="178932"/>
                </a:lnTo>
                <a:lnTo>
                  <a:pt x="332498" y="172762"/>
                </a:lnTo>
                <a:lnTo>
                  <a:pt x="326106" y="170217"/>
                </a:lnTo>
                <a:close/>
              </a:path>
              <a:path w="337184" h="283210">
                <a:moveTo>
                  <a:pt x="205194" y="0"/>
                </a:moveTo>
                <a:lnTo>
                  <a:pt x="199974" y="1600"/>
                </a:lnTo>
                <a:lnTo>
                  <a:pt x="140768" y="28905"/>
                </a:lnTo>
                <a:lnTo>
                  <a:pt x="136159" y="31138"/>
                </a:lnTo>
                <a:lnTo>
                  <a:pt x="132102" y="32700"/>
                </a:lnTo>
                <a:lnTo>
                  <a:pt x="127487" y="34921"/>
                </a:lnTo>
                <a:lnTo>
                  <a:pt x="61862" y="65014"/>
                </a:lnTo>
                <a:lnTo>
                  <a:pt x="57243" y="67231"/>
                </a:lnTo>
                <a:lnTo>
                  <a:pt x="53205" y="68801"/>
                </a:lnTo>
                <a:lnTo>
                  <a:pt x="48590" y="71032"/>
                </a:lnTo>
                <a:lnTo>
                  <a:pt x="8994" y="89328"/>
                </a:lnTo>
                <a:lnTo>
                  <a:pt x="4752" y="91341"/>
                </a:lnTo>
                <a:lnTo>
                  <a:pt x="0" y="93900"/>
                </a:lnTo>
                <a:lnTo>
                  <a:pt x="0" y="108038"/>
                </a:lnTo>
                <a:lnTo>
                  <a:pt x="4389" y="110783"/>
                </a:lnTo>
                <a:lnTo>
                  <a:pt x="12118" y="113789"/>
                </a:lnTo>
                <a:lnTo>
                  <a:pt x="37555" y="124003"/>
                </a:lnTo>
                <a:lnTo>
                  <a:pt x="56591" y="132016"/>
                </a:lnTo>
                <a:lnTo>
                  <a:pt x="94539" y="147264"/>
                </a:lnTo>
                <a:lnTo>
                  <a:pt x="113440" y="155067"/>
                </a:lnTo>
                <a:lnTo>
                  <a:pt x="126794" y="160405"/>
                </a:lnTo>
                <a:lnTo>
                  <a:pt x="135195" y="161349"/>
                </a:lnTo>
                <a:lnTo>
                  <a:pt x="144361" y="157886"/>
                </a:lnTo>
                <a:lnTo>
                  <a:pt x="160045" y="149992"/>
                </a:lnTo>
                <a:lnTo>
                  <a:pt x="185876" y="137935"/>
                </a:lnTo>
                <a:lnTo>
                  <a:pt x="130283" y="137935"/>
                </a:lnTo>
                <a:lnTo>
                  <a:pt x="131816" y="137198"/>
                </a:lnTo>
                <a:lnTo>
                  <a:pt x="132178" y="137198"/>
                </a:lnTo>
                <a:lnTo>
                  <a:pt x="113638" y="129511"/>
                </a:lnTo>
                <a:lnTo>
                  <a:pt x="107881" y="127193"/>
                </a:lnTo>
                <a:lnTo>
                  <a:pt x="75090" y="113645"/>
                </a:lnTo>
                <a:lnTo>
                  <a:pt x="53417" y="104928"/>
                </a:lnTo>
                <a:lnTo>
                  <a:pt x="42077" y="100884"/>
                </a:lnTo>
                <a:lnTo>
                  <a:pt x="44269" y="98007"/>
                </a:lnTo>
                <a:lnTo>
                  <a:pt x="53266" y="95171"/>
                </a:lnTo>
                <a:lnTo>
                  <a:pt x="57363" y="93184"/>
                </a:lnTo>
                <a:lnTo>
                  <a:pt x="80959" y="82138"/>
                </a:lnTo>
                <a:lnTo>
                  <a:pt x="85374" y="79954"/>
                </a:lnTo>
                <a:lnTo>
                  <a:pt x="310886" y="79954"/>
                </a:lnTo>
                <a:lnTo>
                  <a:pt x="313643" y="78776"/>
                </a:lnTo>
                <a:lnTo>
                  <a:pt x="315600" y="77890"/>
                </a:lnTo>
                <a:lnTo>
                  <a:pt x="260619" y="77890"/>
                </a:lnTo>
                <a:lnTo>
                  <a:pt x="257829" y="77027"/>
                </a:lnTo>
                <a:lnTo>
                  <a:pt x="183702" y="44867"/>
                </a:lnTo>
                <a:lnTo>
                  <a:pt x="173574" y="40937"/>
                </a:lnTo>
                <a:lnTo>
                  <a:pt x="173574" y="39493"/>
                </a:lnTo>
                <a:lnTo>
                  <a:pt x="203371" y="26238"/>
                </a:lnTo>
                <a:lnTo>
                  <a:pt x="206881" y="24460"/>
                </a:lnTo>
                <a:lnTo>
                  <a:pt x="206842" y="23783"/>
                </a:lnTo>
                <a:lnTo>
                  <a:pt x="267877" y="23783"/>
                </a:lnTo>
                <a:lnTo>
                  <a:pt x="222648" y="4825"/>
                </a:lnTo>
                <a:lnTo>
                  <a:pt x="219997" y="3875"/>
                </a:lnTo>
                <a:lnTo>
                  <a:pt x="217167" y="2647"/>
                </a:lnTo>
                <a:lnTo>
                  <a:pt x="210386" y="267"/>
                </a:lnTo>
                <a:lnTo>
                  <a:pt x="205194" y="0"/>
                </a:lnTo>
                <a:close/>
              </a:path>
              <a:path w="337184" h="283210">
                <a:moveTo>
                  <a:pt x="329187" y="129774"/>
                </a:moveTo>
                <a:lnTo>
                  <a:pt x="323104" y="129774"/>
                </a:lnTo>
                <a:lnTo>
                  <a:pt x="316162" y="132016"/>
                </a:lnTo>
                <a:lnTo>
                  <a:pt x="304544" y="137198"/>
                </a:lnTo>
                <a:lnTo>
                  <a:pt x="280934" y="148595"/>
                </a:lnTo>
                <a:lnTo>
                  <a:pt x="274029" y="152602"/>
                </a:lnTo>
                <a:lnTo>
                  <a:pt x="270501" y="152879"/>
                </a:lnTo>
                <a:lnTo>
                  <a:pt x="327615" y="152879"/>
                </a:lnTo>
                <a:lnTo>
                  <a:pt x="331081" y="151213"/>
                </a:lnTo>
                <a:lnTo>
                  <a:pt x="336626" y="149733"/>
                </a:lnTo>
                <a:lnTo>
                  <a:pt x="336626" y="132949"/>
                </a:lnTo>
                <a:lnTo>
                  <a:pt x="329187" y="129774"/>
                </a:lnTo>
                <a:close/>
              </a:path>
              <a:path w="337184" h="283210">
                <a:moveTo>
                  <a:pt x="329666" y="89328"/>
                </a:moveTo>
                <a:lnTo>
                  <a:pt x="323852" y="89328"/>
                </a:lnTo>
                <a:lnTo>
                  <a:pt x="314702" y="92424"/>
                </a:lnTo>
                <a:lnTo>
                  <a:pt x="298647" y="99570"/>
                </a:lnTo>
                <a:lnTo>
                  <a:pt x="281722" y="107620"/>
                </a:lnTo>
                <a:lnTo>
                  <a:pt x="270331" y="113243"/>
                </a:lnTo>
                <a:lnTo>
                  <a:pt x="325940" y="113243"/>
                </a:lnTo>
                <a:lnTo>
                  <a:pt x="331054" y="110783"/>
                </a:lnTo>
                <a:lnTo>
                  <a:pt x="336626" y="109109"/>
                </a:lnTo>
                <a:lnTo>
                  <a:pt x="336626" y="92972"/>
                </a:lnTo>
                <a:lnTo>
                  <a:pt x="329666" y="89328"/>
                </a:lnTo>
                <a:close/>
              </a:path>
              <a:path w="337184" h="283210">
                <a:moveTo>
                  <a:pt x="267877" y="23783"/>
                </a:moveTo>
                <a:lnTo>
                  <a:pt x="206842" y="23783"/>
                </a:lnTo>
                <a:lnTo>
                  <a:pt x="294548" y="61882"/>
                </a:lnTo>
                <a:lnTo>
                  <a:pt x="290923" y="62173"/>
                </a:lnTo>
                <a:lnTo>
                  <a:pt x="282552" y="66929"/>
                </a:lnTo>
                <a:lnTo>
                  <a:pt x="269420" y="73250"/>
                </a:lnTo>
                <a:lnTo>
                  <a:pt x="260619" y="77890"/>
                </a:lnTo>
                <a:lnTo>
                  <a:pt x="315600" y="77890"/>
                </a:lnTo>
                <a:lnTo>
                  <a:pt x="324026" y="74077"/>
                </a:lnTo>
                <a:lnTo>
                  <a:pt x="332880" y="68395"/>
                </a:lnTo>
                <a:lnTo>
                  <a:pt x="336626" y="61882"/>
                </a:lnTo>
                <a:lnTo>
                  <a:pt x="336626" y="53637"/>
                </a:lnTo>
                <a:lnTo>
                  <a:pt x="332813" y="50837"/>
                </a:lnTo>
                <a:lnTo>
                  <a:pt x="325041" y="47744"/>
                </a:lnTo>
                <a:lnTo>
                  <a:pt x="267877" y="23783"/>
                </a:lnTo>
                <a:close/>
              </a:path>
            </a:pathLst>
          </a:custGeom>
          <a:solidFill>
            <a:srgbClr val="0093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68">
            <a:extLst>
              <a:ext uri="{FF2B5EF4-FFF2-40B4-BE49-F238E27FC236}">
                <a16:creationId xmlns:a16="http://schemas.microsoft.com/office/drawing/2014/main" id="{622FBC5C-4ABB-4307-8293-7557C89CA340}"/>
              </a:ext>
            </a:extLst>
          </p:cNvPr>
          <p:cNvSpPr txBox="1"/>
          <p:nvPr/>
        </p:nvSpPr>
        <p:spPr>
          <a:xfrm>
            <a:off x="4652544" y="8722317"/>
            <a:ext cx="2064452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uz-Cyrl-UZ" sz="1200" b="1" spc="40" dirty="0">
                <a:solidFill>
                  <a:srgbClr val="4E3F9E"/>
                </a:solidFill>
                <a:latin typeface="Tahoma"/>
                <a:cs typeface="Tahoma"/>
              </a:rPr>
              <a:t>КРЕДИТ АЖРАТИШ</a:t>
            </a:r>
          </a:p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en-US" sz="2400" b="1" spc="40" dirty="0" smtClean="0">
                <a:solidFill>
                  <a:srgbClr val="4E3F9E"/>
                </a:solidFill>
                <a:latin typeface="Tahoma"/>
                <a:cs typeface="Tahoma"/>
              </a:rPr>
              <a:t>42</a:t>
            </a:r>
            <a:r>
              <a:rPr lang="ru-RU" sz="2400" b="1" spc="40" dirty="0" smtClean="0">
                <a:solidFill>
                  <a:srgbClr val="4E3F9E"/>
                </a:solidFill>
                <a:latin typeface="Tahoma"/>
                <a:cs typeface="Tahoma"/>
              </a:rPr>
              <a:t>0 </a:t>
            </a:r>
            <a:r>
              <a:rPr lang="ru-RU" sz="1600" b="1" spc="40" dirty="0">
                <a:solidFill>
                  <a:srgbClr val="4E3F9E"/>
                </a:solidFill>
                <a:latin typeface="Tahoma"/>
                <a:cs typeface="Tahoma"/>
              </a:rPr>
              <a:t>млн </a:t>
            </a:r>
            <a:r>
              <a:rPr lang="ru-RU" sz="1600" b="1" spc="40" dirty="0" err="1">
                <a:solidFill>
                  <a:srgbClr val="4E3F9E"/>
                </a:solidFill>
                <a:latin typeface="Tahoma"/>
                <a:cs typeface="Tahoma"/>
              </a:rPr>
              <a:t>сўм</a:t>
            </a:r>
            <a:endParaRPr sz="1600" b="1" spc="40" dirty="0">
              <a:solidFill>
                <a:srgbClr val="4E3F9E"/>
              </a:solidFill>
              <a:latin typeface="Tahoma"/>
              <a:cs typeface="Tahoma"/>
            </a:endParaRPr>
          </a:p>
        </p:txBody>
      </p:sp>
      <p:sp>
        <p:nvSpPr>
          <p:cNvPr id="293" name="object 268">
            <a:extLst>
              <a:ext uri="{FF2B5EF4-FFF2-40B4-BE49-F238E27FC236}">
                <a16:creationId xmlns:a16="http://schemas.microsoft.com/office/drawing/2014/main" id="{14A083FD-18A2-4516-AF31-7311A8FF71BC}"/>
              </a:ext>
            </a:extLst>
          </p:cNvPr>
          <p:cNvSpPr txBox="1"/>
          <p:nvPr/>
        </p:nvSpPr>
        <p:spPr>
          <a:xfrm>
            <a:off x="1669651" y="8708179"/>
            <a:ext cx="2064452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sz="1200" b="1" spc="40" dirty="0">
                <a:solidFill>
                  <a:srgbClr val="4E3F9E"/>
                </a:solidFill>
                <a:latin typeface="Tahoma"/>
                <a:cs typeface="Tahoma"/>
              </a:rPr>
              <a:t>МИКРОЛОЙИҲАЛАР</a:t>
            </a:r>
            <a:endParaRPr lang="uz-Cyrl-UZ" sz="1200" b="1" spc="40" dirty="0">
              <a:solidFill>
                <a:srgbClr val="4E3F9E"/>
              </a:solidFill>
              <a:latin typeface="Tahoma"/>
              <a:cs typeface="Tahoma"/>
            </a:endParaRPr>
          </a:p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ru-RU" sz="2800" b="1" spc="40" dirty="0">
                <a:solidFill>
                  <a:srgbClr val="4E3F9E"/>
                </a:solidFill>
                <a:latin typeface="Tahoma"/>
                <a:cs typeface="Tahoma"/>
              </a:rPr>
              <a:t>    </a:t>
            </a: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10 та</a:t>
            </a:r>
            <a:endParaRPr sz="2400" b="1" spc="40" dirty="0">
              <a:solidFill>
                <a:srgbClr val="4E3F9E"/>
              </a:solidFill>
              <a:latin typeface="Tahoma"/>
              <a:cs typeface="Tahoma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4754F015-70F7-49D4-885A-090018DA685F}"/>
              </a:ext>
            </a:extLst>
          </p:cNvPr>
          <p:cNvSpPr/>
          <p:nvPr/>
        </p:nvSpPr>
        <p:spPr>
          <a:xfrm>
            <a:off x="10703564" y="8713258"/>
            <a:ext cx="2792506" cy="6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" algn="ctr">
              <a:spcBef>
                <a:spcPts val="95"/>
              </a:spcBef>
              <a:tabLst>
                <a:tab pos="4030345" algn="l"/>
              </a:tabLst>
            </a:pP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МАВЖУД БЎШ ИШ ЎРНИ</a:t>
            </a:r>
          </a:p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          20</a:t>
            </a: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та</a:t>
            </a:r>
          </a:p>
        </p:txBody>
      </p:sp>
      <p:sp>
        <p:nvSpPr>
          <p:cNvPr id="294" name="object 264">
            <a:extLst>
              <a:ext uri="{FF2B5EF4-FFF2-40B4-BE49-F238E27FC236}">
                <a16:creationId xmlns:a16="http://schemas.microsoft.com/office/drawing/2014/main" id="{758CFF0E-7A15-4A2E-B6AE-756DDFFC312A}"/>
              </a:ext>
            </a:extLst>
          </p:cNvPr>
          <p:cNvSpPr/>
          <p:nvPr/>
        </p:nvSpPr>
        <p:spPr>
          <a:xfrm>
            <a:off x="13420640" y="8575281"/>
            <a:ext cx="860618" cy="1017269"/>
          </a:xfrm>
          <a:custGeom>
            <a:avLst/>
            <a:gdLst/>
            <a:ahLst/>
            <a:cxnLst/>
            <a:rect l="l" t="t" r="r" b="b"/>
            <a:pathLst>
              <a:path w="1059180" h="1017270">
                <a:moveTo>
                  <a:pt x="1027626" y="0"/>
                </a:moveTo>
                <a:lnTo>
                  <a:pt x="0" y="0"/>
                </a:lnTo>
                <a:lnTo>
                  <a:pt x="31248" y="1016647"/>
                </a:lnTo>
                <a:lnTo>
                  <a:pt x="1058879" y="1016647"/>
                </a:lnTo>
                <a:lnTo>
                  <a:pt x="1027626" y="0"/>
                </a:lnTo>
                <a:close/>
              </a:path>
            </a:pathLst>
          </a:custGeom>
          <a:solidFill>
            <a:srgbClr val="151616">
              <a:alpha val="195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60">
            <a:extLst>
              <a:ext uri="{FF2B5EF4-FFF2-40B4-BE49-F238E27FC236}">
                <a16:creationId xmlns:a16="http://schemas.microsoft.com/office/drawing/2014/main" id="{013E10A3-5AD9-421D-9100-7A1C74CDC64A}"/>
              </a:ext>
            </a:extLst>
          </p:cNvPr>
          <p:cNvSpPr/>
          <p:nvPr/>
        </p:nvSpPr>
        <p:spPr>
          <a:xfrm>
            <a:off x="13550189" y="8713258"/>
            <a:ext cx="616054" cy="745490"/>
          </a:xfrm>
          <a:custGeom>
            <a:avLst/>
            <a:gdLst/>
            <a:ahLst/>
            <a:cxnLst/>
            <a:rect l="l" t="t" r="r" b="b"/>
            <a:pathLst>
              <a:path w="758190" h="745490">
                <a:moveTo>
                  <a:pt x="571860" y="0"/>
                </a:moveTo>
                <a:lnTo>
                  <a:pt x="67179" y="0"/>
                </a:lnTo>
                <a:lnTo>
                  <a:pt x="41029" y="6454"/>
                </a:lnTo>
                <a:lnTo>
                  <a:pt x="19675" y="24054"/>
                </a:lnTo>
                <a:lnTo>
                  <a:pt x="5278" y="50157"/>
                </a:lnTo>
                <a:lnTo>
                  <a:pt x="0" y="82116"/>
                </a:lnTo>
                <a:lnTo>
                  <a:pt x="0" y="663289"/>
                </a:lnTo>
                <a:lnTo>
                  <a:pt x="5278" y="695252"/>
                </a:lnTo>
                <a:lnTo>
                  <a:pt x="19675" y="721353"/>
                </a:lnTo>
                <a:lnTo>
                  <a:pt x="41029" y="738949"/>
                </a:lnTo>
                <a:lnTo>
                  <a:pt x="67179" y="745402"/>
                </a:lnTo>
                <a:lnTo>
                  <a:pt x="571860" y="745402"/>
                </a:lnTo>
                <a:lnTo>
                  <a:pt x="752080" y="276346"/>
                </a:lnTo>
                <a:lnTo>
                  <a:pt x="758078" y="250593"/>
                </a:lnTo>
                <a:lnTo>
                  <a:pt x="757154" y="224479"/>
                </a:lnTo>
                <a:lnTo>
                  <a:pt x="749639" y="200007"/>
                </a:lnTo>
                <a:lnTo>
                  <a:pt x="735868" y="179179"/>
                </a:lnTo>
                <a:lnTo>
                  <a:pt x="571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97" name="object 272">
            <a:extLst>
              <a:ext uri="{FF2B5EF4-FFF2-40B4-BE49-F238E27FC236}">
                <a16:creationId xmlns:a16="http://schemas.microsoft.com/office/drawing/2014/main" id="{D723AE1A-78FF-4B2B-9F2C-9ADF3A2CD497}"/>
              </a:ext>
            </a:extLst>
          </p:cNvPr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3581281" y="8825540"/>
            <a:ext cx="482089" cy="372560"/>
          </a:xfrm>
          <a:prstGeom prst="rect">
            <a:avLst/>
          </a:prstGeom>
        </p:spPr>
      </p:pic>
      <p:sp>
        <p:nvSpPr>
          <p:cNvPr id="299" name="Прямоугольник 298">
            <a:extLst>
              <a:ext uri="{FF2B5EF4-FFF2-40B4-BE49-F238E27FC236}">
                <a16:creationId xmlns:a16="http://schemas.microsoft.com/office/drawing/2014/main" id="{07878C8F-689A-4A31-8A12-7334A6CB0F1A}"/>
              </a:ext>
            </a:extLst>
          </p:cNvPr>
          <p:cNvSpPr/>
          <p:nvPr/>
        </p:nvSpPr>
        <p:spPr>
          <a:xfrm>
            <a:off x="14005896" y="8728184"/>
            <a:ext cx="2792506" cy="65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" algn="ctr">
              <a:spcBef>
                <a:spcPts val="95"/>
              </a:spcBef>
              <a:tabLst>
                <a:tab pos="4030345" algn="l"/>
              </a:tabLst>
            </a:pP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ТАДБИРКОРЛАР СОНИ</a:t>
            </a:r>
          </a:p>
          <a:p>
            <a:pPr marL="40640">
              <a:spcBef>
                <a:spcPts val="95"/>
              </a:spcBef>
              <a:tabLst>
                <a:tab pos="4030345" algn="l"/>
              </a:tabLst>
            </a:pP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          55</a:t>
            </a:r>
            <a:r>
              <a:rPr lang="ru-RU" sz="1200" b="1" spc="4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lang="ru-RU" sz="2400" b="1" spc="40" dirty="0">
                <a:solidFill>
                  <a:srgbClr val="4E3F9E"/>
                </a:solidFill>
                <a:latin typeface="Tahoma"/>
                <a:cs typeface="Tahoma"/>
              </a:rPr>
              <a:t>та</a:t>
            </a:r>
          </a:p>
        </p:txBody>
      </p:sp>
      <p:grpSp>
        <p:nvGrpSpPr>
          <p:cNvPr id="302" name="object 124">
            <a:extLst>
              <a:ext uri="{FF2B5EF4-FFF2-40B4-BE49-F238E27FC236}">
                <a16:creationId xmlns:a16="http://schemas.microsoft.com/office/drawing/2014/main" id="{57C8C9E5-9D0C-42C2-A65C-7B0C7F6DE4AA}"/>
              </a:ext>
            </a:extLst>
          </p:cNvPr>
          <p:cNvGrpSpPr/>
          <p:nvPr/>
        </p:nvGrpSpPr>
        <p:grpSpPr>
          <a:xfrm>
            <a:off x="6005710" y="6143714"/>
            <a:ext cx="354330" cy="1390650"/>
            <a:chOff x="11878178" y="6167258"/>
            <a:chExt cx="354330" cy="1390650"/>
          </a:xfrm>
        </p:grpSpPr>
        <p:pic>
          <p:nvPicPr>
            <p:cNvPr id="303" name="object 125">
              <a:extLst>
                <a:ext uri="{FF2B5EF4-FFF2-40B4-BE49-F238E27FC236}">
                  <a16:creationId xmlns:a16="http://schemas.microsoft.com/office/drawing/2014/main" id="{42B20DD0-1DD0-44DB-B859-8B3F66639D3F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85378" y="7237821"/>
              <a:ext cx="315752" cy="319614"/>
            </a:xfrm>
            <a:prstGeom prst="rect">
              <a:avLst/>
            </a:prstGeom>
          </p:spPr>
        </p:pic>
        <p:pic>
          <p:nvPicPr>
            <p:cNvPr id="304" name="object 126">
              <a:extLst>
                <a:ext uri="{FF2B5EF4-FFF2-40B4-BE49-F238E27FC236}">
                  <a16:creationId xmlns:a16="http://schemas.microsoft.com/office/drawing/2014/main" id="{B0391C10-4950-4124-B6FF-7A89AB18F4D3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878178" y="6167258"/>
              <a:ext cx="354042" cy="297524"/>
            </a:xfrm>
            <a:prstGeom prst="rect">
              <a:avLst/>
            </a:prstGeom>
          </p:spPr>
        </p:pic>
      </p:grpSp>
      <p:pic>
        <p:nvPicPr>
          <p:cNvPr id="305" name="object 132">
            <a:extLst>
              <a:ext uri="{FF2B5EF4-FFF2-40B4-BE49-F238E27FC236}">
                <a16:creationId xmlns:a16="http://schemas.microsoft.com/office/drawing/2014/main" id="{FE46887A-5313-43EA-B054-2681C31624A7}"/>
              </a:ext>
            </a:extLst>
          </p:cNvPr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987077" y="6667519"/>
            <a:ext cx="367602" cy="327488"/>
          </a:xfrm>
          <a:prstGeom prst="rect">
            <a:avLst/>
          </a:prstGeom>
        </p:spPr>
      </p:pic>
      <p:sp>
        <p:nvSpPr>
          <p:cNvPr id="295" name="object 75"/>
          <p:cNvSpPr txBox="1"/>
          <p:nvPr/>
        </p:nvSpPr>
        <p:spPr>
          <a:xfrm>
            <a:off x="1479550" y="1582420"/>
            <a:ext cx="1072515" cy="452688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170"/>
              </a:spcBef>
            </a:pPr>
            <a:r>
              <a:rPr lang="uz-Cyrl-UZ" sz="1400" b="1" spc="-25" dirty="0">
                <a:solidFill>
                  <a:srgbClr val="0070C0"/>
                </a:solidFill>
                <a:latin typeface="Tahoma"/>
                <a:cs typeface="Tahoma"/>
              </a:rPr>
              <a:t>ТУРОН БАНК</a:t>
            </a:r>
            <a:endParaRPr sz="800" b="1" dirty="0">
              <a:solidFill>
                <a:srgbClr val="0070C0"/>
              </a:solidFill>
              <a:latin typeface="Tahoma"/>
              <a:cs typeface="Tahoma"/>
            </a:endParaRPr>
          </a:p>
        </p:txBody>
      </p:sp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5743DA9A-659D-269D-D87A-42DCC0F9E46C}"/>
              </a:ext>
            </a:extLst>
          </p:cNvPr>
          <p:cNvPicPr>
            <a:picLocks noChangeAspect="1"/>
          </p:cNvPicPr>
          <p:nvPr/>
        </p:nvPicPr>
        <p:blipFill>
          <a:blip r:embed="rId8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484" y="-619436"/>
            <a:ext cx="2724790" cy="2103304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723BB3B4-C879-3D73-7451-D1085B0B00F5}"/>
              </a:ext>
            </a:extLst>
          </p:cNvPr>
          <p:cNvPicPr>
            <a:picLocks noChangeAspect="1"/>
          </p:cNvPicPr>
          <p:nvPr/>
        </p:nvPicPr>
        <p:blipFill>
          <a:blip r:embed="rId8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643" y="6068371"/>
            <a:ext cx="3203149" cy="17717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033A6FDC-8547-18D8-9435-8D941F0CFD12}"/>
              </a:ext>
            </a:extLst>
          </p:cNvPr>
          <p:cNvPicPr>
            <a:picLocks noChangeAspect="1"/>
          </p:cNvPicPr>
          <p:nvPr/>
        </p:nvPicPr>
        <p:blipFill>
          <a:blip r:embed="rId8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501" y="6090694"/>
            <a:ext cx="3326701" cy="1705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4FA8C5C9-3742-0381-ECB4-891AD45446AB}"/>
              </a:ext>
            </a:extLst>
          </p:cNvPr>
          <p:cNvPicPr>
            <a:picLocks noChangeAspect="1"/>
          </p:cNvPicPr>
          <p:nvPr/>
        </p:nvPicPr>
        <p:blipFill>
          <a:blip r:embed="rId9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916" y="6115291"/>
            <a:ext cx="3091507" cy="17395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266</Words>
  <Application>Microsoft Office PowerPoint</Application>
  <PresentationFormat>Произвольный</PresentationFormat>
  <Paragraphs>120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Tahoma</vt:lpstr>
      <vt:lpstr>Times New Roman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Шахар-янг хаёт-хушнуд.cdr</dc:title>
  <dc:creator>Пользователь</dc:creator>
  <cp:lastModifiedBy>Admin</cp:lastModifiedBy>
  <cp:revision>41</cp:revision>
  <cp:lastPrinted>2025-03-19T12:52:40Z</cp:lastPrinted>
  <dcterms:created xsi:type="dcterms:W3CDTF">2025-01-18T08:42:08Z</dcterms:created>
  <dcterms:modified xsi:type="dcterms:W3CDTF">2026-05-08T05:24:17Z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2025-01-18T00:00:00Z</vt:filetime>
  </property>
  <property fmtid="{D5CDD505-2E9C-101B-9397-08002B2CF9AE}" pid="3" name="Creator">
    <vt:lpwstr>CorelDRAW 2022</vt:lpwstr>
  </property>
  <property fmtid="{D5CDD505-2E9C-101B-9397-08002B2CF9AE}" pid="4" name="LastSaved">
    <vt:filetime>2025-01-18T00:00:00Z</vt:filetime>
  </property>
  <property fmtid="{D5CDD505-2E9C-101B-9397-08002B2CF9AE}" pid="5" name="Producer">
    <vt:lpwstr>Corel PDF Engine Version 24.4.0.636</vt:lpwstr>
  </property>
</Properties>
</file>