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513300" cy="9950450"/>
  <p:notesSz cx="9866313" cy="673576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46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5" d="100"/>
          <a:sy n="75" d="100"/>
        </p:scale>
        <p:origin x="660" y="78"/>
      </p:cViewPr>
      <p:guideLst>
        <p:guide orient="horz" pos="2846"/>
        <p:guide pos="2144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farbek Yo'ldoshov" userId="0b9c4671e0d9e2f6" providerId="LiveId" clId="{0E5D535E-8DE8-43B3-A6C7-6792FCCCEB81}"/>
    <pc:docChg chg="undo custSel modSld">
      <pc:chgData name="Zafarbek Yo'ldoshov" userId="0b9c4671e0d9e2f6" providerId="LiveId" clId="{0E5D535E-8DE8-43B3-A6C7-6792FCCCEB81}" dt="2026-05-07T04:49:14.401" v="193" actId="113"/>
      <pc:docMkLst>
        <pc:docMk/>
      </pc:docMkLst>
      <pc:sldChg chg="addSp delSp modSp mod">
        <pc:chgData name="Zafarbek Yo'ldoshov" userId="0b9c4671e0d9e2f6" providerId="LiveId" clId="{0E5D535E-8DE8-43B3-A6C7-6792FCCCEB81}" dt="2026-05-07T04:49:14.401" v="193" actId="113"/>
        <pc:sldMkLst>
          <pc:docMk/>
          <pc:sldMk cId="0" sldId="256"/>
        </pc:sldMkLst>
        <pc:spChg chg="mod">
          <ac:chgData name="Zafarbek Yo'ldoshov" userId="0b9c4671e0d9e2f6" providerId="LiveId" clId="{0E5D535E-8DE8-43B3-A6C7-6792FCCCEB81}" dt="2026-04-30T14:04:58.175" v="58" actId="2711"/>
          <ac:spMkLst>
            <pc:docMk/>
            <pc:sldMk cId="0" sldId="256"/>
            <ac:spMk id="2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53.270" v="85" actId="478"/>
          <ac:spMkLst>
            <pc:docMk/>
            <pc:sldMk cId="0" sldId="256"/>
            <ac:spMk id="16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4-30T14:03:03.810" v="5" actId="113"/>
          <ac:spMkLst>
            <pc:docMk/>
            <pc:sldMk cId="0" sldId="256"/>
            <ac:spMk id="17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4-30T14:05:25.954" v="66" actId="2711"/>
          <ac:spMkLst>
            <pc:docMk/>
            <pc:sldMk cId="0" sldId="256"/>
            <ac:spMk id="18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8:12.861" v="92" actId="478"/>
          <ac:spMkLst>
            <pc:docMk/>
            <pc:sldMk cId="0" sldId="256"/>
            <ac:spMk id="35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02.141" v="137" actId="20577"/>
          <ac:spMkLst>
            <pc:docMk/>
            <pc:sldMk cId="0" sldId="256"/>
            <ac:spMk id="85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19.192" v="152" actId="20577"/>
          <ac:spMkLst>
            <pc:docMk/>
            <pc:sldMk cId="0" sldId="256"/>
            <ac:spMk id="106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24.539" v="161" actId="20577"/>
          <ac:spMkLst>
            <pc:docMk/>
            <pc:sldMk cId="0" sldId="256"/>
            <ac:spMk id="107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34.944" v="165" actId="20577"/>
          <ac:spMkLst>
            <pc:docMk/>
            <pc:sldMk cId="0" sldId="256"/>
            <ac:spMk id="110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6:19.431" v="102" actId="20577"/>
          <ac:spMkLst>
            <pc:docMk/>
            <pc:sldMk cId="0" sldId="256"/>
            <ac:spMk id="113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6:27.349" v="104" actId="1038"/>
          <ac:spMkLst>
            <pc:docMk/>
            <pc:sldMk cId="0" sldId="256"/>
            <ac:spMk id="115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6:40.959" v="112" actId="20577"/>
          <ac:spMkLst>
            <pc:docMk/>
            <pc:sldMk cId="0" sldId="256"/>
            <ac:spMk id="125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7:35.260" v="126" actId="113"/>
          <ac:spMkLst>
            <pc:docMk/>
            <pc:sldMk cId="0" sldId="256"/>
            <ac:spMk id="126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4-30T14:07:50.838" v="91" actId="20577"/>
          <ac:spMkLst>
            <pc:docMk/>
            <pc:sldMk cId="0" sldId="256"/>
            <ac:spMk id="146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44.451" v="81" actId="478"/>
          <ac:spMkLst>
            <pc:docMk/>
            <pc:sldMk cId="0" sldId="256"/>
            <ac:spMk id="208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50.163" v="83" actId="478"/>
          <ac:spMkLst>
            <pc:docMk/>
            <pc:sldMk cId="0" sldId="256"/>
            <ac:spMk id="209" creationId="{00000000-0000-0000-0000-000000000000}"/>
          </ac:spMkLst>
        </pc:spChg>
        <pc:spChg chg="add del mod">
          <ac:chgData name="Zafarbek Yo'ldoshov" userId="0b9c4671e0d9e2f6" providerId="LiveId" clId="{0E5D535E-8DE8-43B3-A6C7-6792FCCCEB81}" dt="2026-04-30T14:05:57.434" v="68"/>
          <ac:spMkLst>
            <pc:docMk/>
            <pc:sldMk cId="0" sldId="256"/>
            <ac:spMk id="216" creationId="{FA243324-8900-48C2-83A1-8A266570CC86}"/>
          </ac:spMkLst>
        </pc:spChg>
        <pc:spChg chg="add mod">
          <ac:chgData name="Zafarbek Yo'ldoshov" userId="0b9c4671e0d9e2f6" providerId="LiveId" clId="{0E5D535E-8DE8-43B3-A6C7-6792FCCCEB81}" dt="2026-04-30T14:06:01.917" v="71"/>
          <ac:spMkLst>
            <pc:docMk/>
            <pc:sldMk cId="0" sldId="256"/>
            <ac:spMk id="217" creationId="{E7F881FF-D2DD-40A8-8A40-BFEEE91CD5D4}"/>
          </ac:spMkLst>
        </pc:spChg>
        <pc:spChg chg="add mod">
          <ac:chgData name="Zafarbek Yo'ldoshov" userId="0b9c4671e0d9e2f6" providerId="LiveId" clId="{0E5D535E-8DE8-43B3-A6C7-6792FCCCEB81}" dt="2026-04-30T14:06:12" v="73"/>
          <ac:spMkLst>
            <pc:docMk/>
            <pc:sldMk cId="0" sldId="256"/>
            <ac:spMk id="218" creationId="{79C9DDD0-67D6-4C3F-9801-885355A57C65}"/>
          </ac:spMkLst>
        </pc:spChg>
        <pc:spChg chg="add del mod">
          <ac:chgData name="Zafarbek Yo'ldoshov" userId="0b9c4671e0d9e2f6" providerId="LiveId" clId="{0E5D535E-8DE8-43B3-A6C7-6792FCCCEB81}" dt="2026-04-30T14:06:18.680" v="75"/>
          <ac:spMkLst>
            <pc:docMk/>
            <pc:sldMk cId="0" sldId="256"/>
            <ac:spMk id="219" creationId="{05B47FF6-315B-47F8-885C-80E35B0E473B}"/>
          </ac:spMkLst>
        </pc:spChg>
        <pc:spChg chg="add mod">
          <ac:chgData name="Zafarbek Yo'ldoshov" userId="0b9c4671e0d9e2f6" providerId="LiveId" clId="{0E5D535E-8DE8-43B3-A6C7-6792FCCCEB81}" dt="2026-04-30T14:06:23.446" v="77"/>
          <ac:spMkLst>
            <pc:docMk/>
            <pc:sldMk cId="0" sldId="256"/>
            <ac:spMk id="220" creationId="{81AD687D-A1CD-4312-A796-6B30FC986D00}"/>
          </ac:spMkLst>
        </pc:spChg>
        <pc:spChg chg="mod">
          <ac:chgData name="Zafarbek Yo'ldoshov" userId="0b9c4671e0d9e2f6" providerId="LiveId" clId="{0E5D535E-8DE8-43B3-A6C7-6792FCCCEB81}" dt="2026-04-30T14:08:36.153" v="99" actId="255"/>
          <ac:spMkLst>
            <pc:docMk/>
            <pc:sldMk cId="0" sldId="256"/>
            <ac:spMk id="222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7:39.953" v="127" actId="113"/>
          <ac:spMkLst>
            <pc:docMk/>
            <pc:sldMk cId="0" sldId="256"/>
            <ac:spMk id="224" creationId="{00000000-0000-0000-0000-000000000000}"/>
          </ac:spMkLst>
        </pc:spChg>
        <pc:spChg chg="add mod">
          <ac:chgData name="Zafarbek Yo'ldoshov" userId="0b9c4671e0d9e2f6" providerId="LiveId" clId="{0E5D535E-8DE8-43B3-A6C7-6792FCCCEB81}" dt="2026-04-30T14:06:28.320" v="78"/>
          <ac:spMkLst>
            <pc:docMk/>
            <pc:sldMk cId="0" sldId="256"/>
            <ac:spMk id="227" creationId="{EBEF49BD-4A3A-4780-99A6-CCDB8AC0EE81}"/>
          </ac:spMkLst>
        </pc:spChg>
        <pc:spChg chg="add del mod">
          <ac:chgData name="Zafarbek Yo'ldoshov" userId="0b9c4671e0d9e2f6" providerId="LiveId" clId="{0E5D535E-8DE8-43B3-A6C7-6792FCCCEB81}" dt="2026-04-30T14:06:43.382" v="80"/>
          <ac:spMkLst>
            <pc:docMk/>
            <pc:sldMk cId="0" sldId="256"/>
            <ac:spMk id="228" creationId="{68CE34D2-5C43-4575-9ACC-22140551D088}"/>
          </ac:spMkLst>
        </pc:spChg>
        <pc:spChg chg="add mod">
          <ac:chgData name="Zafarbek Yo'ldoshov" userId="0b9c4671e0d9e2f6" providerId="LiveId" clId="{0E5D535E-8DE8-43B3-A6C7-6792FCCCEB81}" dt="2026-05-07T04:47:03.315" v="125" actId="20577"/>
          <ac:spMkLst>
            <pc:docMk/>
            <pc:sldMk cId="0" sldId="256"/>
            <ac:spMk id="229" creationId="{09879F13-81FF-4BFC-A877-45A012EBF41C}"/>
          </ac:spMkLst>
        </pc:spChg>
        <pc:spChg chg="add mod">
          <ac:chgData name="Zafarbek Yo'ldoshov" userId="0b9c4671e0d9e2f6" providerId="LiveId" clId="{0E5D535E-8DE8-43B3-A6C7-6792FCCCEB81}" dt="2026-04-30T14:06:50.425" v="84"/>
          <ac:spMkLst>
            <pc:docMk/>
            <pc:sldMk cId="0" sldId="256"/>
            <ac:spMk id="230" creationId="{F8D82612-1DFB-4494-A01A-AB230549D3D1}"/>
          </ac:spMkLst>
        </pc:spChg>
        <pc:spChg chg="add mod">
          <ac:chgData name="Zafarbek Yo'ldoshov" userId="0b9c4671e0d9e2f6" providerId="LiveId" clId="{0E5D535E-8DE8-43B3-A6C7-6792FCCCEB81}" dt="2026-04-30T14:07:00.351" v="87"/>
          <ac:spMkLst>
            <pc:docMk/>
            <pc:sldMk cId="0" sldId="256"/>
            <ac:spMk id="231" creationId="{F52723B5-745C-4EF6-8B9C-758DFB994574}"/>
          </ac:spMkLst>
        </pc:spChg>
        <pc:spChg chg="add mod">
          <ac:chgData name="Zafarbek Yo'ldoshov" userId="0b9c4671e0d9e2f6" providerId="LiveId" clId="{0E5D535E-8DE8-43B3-A6C7-6792FCCCEB81}" dt="2026-04-30T14:07:08.485" v="89"/>
          <ac:spMkLst>
            <pc:docMk/>
            <pc:sldMk cId="0" sldId="256"/>
            <ac:spMk id="232" creationId="{017F5278-5E10-4A91-953D-F92107D6160D}"/>
          </ac:spMkLst>
        </pc:spChg>
        <pc:spChg chg="add mod">
          <ac:chgData name="Zafarbek Yo'ldoshov" userId="0b9c4671e0d9e2f6" providerId="LiveId" clId="{0E5D535E-8DE8-43B3-A6C7-6792FCCCEB81}" dt="2026-04-30T14:08:20.204" v="98" actId="20577"/>
          <ac:spMkLst>
            <pc:docMk/>
            <pc:sldMk cId="0" sldId="256"/>
            <ac:spMk id="233" creationId="{BD80B3D7-BC8F-4552-AB20-4531A4E694D7}"/>
          </ac:spMkLst>
        </pc:spChg>
        <pc:spChg chg="del">
          <ac:chgData name="Zafarbek Yo'ldoshov" userId="0b9c4671e0d9e2f6" providerId="LiveId" clId="{0E5D535E-8DE8-43B3-A6C7-6792FCCCEB81}" dt="2026-04-30T14:06:20.267" v="76" actId="478"/>
          <ac:spMkLst>
            <pc:docMk/>
            <pc:sldMk cId="0" sldId="256"/>
            <ac:spMk id="265" creationId="{00000000-0000-0000-0000-000000000000}"/>
          </ac:spMkLst>
        </pc:spChg>
        <pc:spChg chg="del mod">
          <ac:chgData name="Zafarbek Yo'ldoshov" userId="0b9c4671e0d9e2f6" providerId="LiveId" clId="{0E5D535E-8DE8-43B3-A6C7-6792FCCCEB81}" dt="2026-04-30T14:06:01.311" v="70" actId="478"/>
          <ac:spMkLst>
            <pc:docMk/>
            <pc:sldMk cId="0" sldId="256"/>
            <ac:spMk id="266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06.797" v="72" actId="478"/>
          <ac:spMkLst>
            <pc:docMk/>
            <pc:sldMk cId="0" sldId="256"/>
            <ac:spMk id="267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56.315" v="86" actId="478"/>
          <ac:spMkLst>
            <pc:docMk/>
            <pc:sldMk cId="0" sldId="256"/>
            <ac:spMk id="272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7:05.421" v="88" actId="478"/>
          <ac:spMkLst>
            <pc:docMk/>
            <pc:sldMk cId="0" sldId="256"/>
            <ac:spMk id="273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49.875" v="179" actId="20577"/>
          <ac:spMkLst>
            <pc:docMk/>
            <pc:sldMk cId="0" sldId="256"/>
            <ac:spMk id="280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9:14.401" v="193" actId="113"/>
          <ac:spMkLst>
            <pc:docMk/>
            <pc:sldMk cId="0" sldId="256"/>
            <ac:spMk id="28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588705" y="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r">
              <a:defRPr sz="700"/>
            </a:lvl1pPr>
          </a:lstStyle>
          <a:p>
            <a:fld id="{4B2D43AA-E8D7-425B-B3C4-D1DF93CFF8CE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35288" y="842963"/>
            <a:ext cx="3995737" cy="2271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55275" tIns="27638" rIns="55275" bIns="27638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86453" y="3241075"/>
            <a:ext cx="7893408" cy="2653255"/>
          </a:xfrm>
          <a:prstGeom prst="rect">
            <a:avLst/>
          </a:prstGeom>
        </p:spPr>
        <p:txBody>
          <a:bodyPr vert="horz" lIns="55275" tIns="27638" rIns="55275" bIns="27638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39833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588705" y="639833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r">
              <a:defRPr sz="700"/>
            </a:lvl1pPr>
          </a:lstStyle>
          <a:p>
            <a:fld id="{57CE7007-27A7-4D3E-91BA-E4D1BB46A23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CE7007-27A7-4D3E-91BA-E4D1BB46A239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3497" y="3084639"/>
            <a:ext cx="14886305" cy="2089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6995" y="5572252"/>
            <a:ext cx="12259310" cy="2487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5665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019349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220" y="1069084"/>
            <a:ext cx="17279999" cy="876673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ln w="71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3220" y="115858"/>
            <a:ext cx="17280255" cy="1094105"/>
          </a:xfrm>
          <a:custGeom>
            <a:avLst/>
            <a:gdLst/>
            <a:ahLst/>
            <a:cxnLst/>
            <a:rect l="l" t="t" r="r" b="b"/>
            <a:pathLst>
              <a:path w="17280255" h="1094105">
                <a:moveTo>
                  <a:pt x="17279999" y="0"/>
                </a:moveTo>
                <a:lnTo>
                  <a:pt x="0" y="0"/>
                </a:lnTo>
                <a:lnTo>
                  <a:pt x="0" y="1094047"/>
                </a:lnTo>
                <a:lnTo>
                  <a:pt x="15390211" y="1094047"/>
                </a:lnTo>
                <a:lnTo>
                  <a:pt x="15510092" y="912757"/>
                </a:lnTo>
                <a:lnTo>
                  <a:pt x="17279999" y="912757"/>
                </a:lnTo>
                <a:lnTo>
                  <a:pt x="17279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375198" y="115865"/>
            <a:ext cx="4765675" cy="1094105"/>
          </a:xfrm>
          <a:custGeom>
            <a:avLst/>
            <a:gdLst/>
            <a:ahLst/>
            <a:cxnLst/>
            <a:rect l="l" t="t" r="r" b="b"/>
            <a:pathLst>
              <a:path w="4765675" h="1094105">
                <a:moveTo>
                  <a:pt x="581393" y="0"/>
                </a:moveTo>
                <a:lnTo>
                  <a:pt x="529424" y="0"/>
                </a:lnTo>
                <a:lnTo>
                  <a:pt x="0" y="1094041"/>
                </a:lnTo>
                <a:lnTo>
                  <a:pt x="51955" y="1094041"/>
                </a:lnTo>
                <a:lnTo>
                  <a:pt x="581393" y="0"/>
                </a:lnTo>
                <a:close/>
              </a:path>
              <a:path w="4765675" h="1094105">
                <a:moveTo>
                  <a:pt x="1038809" y="0"/>
                </a:moveTo>
                <a:lnTo>
                  <a:pt x="927785" y="0"/>
                </a:lnTo>
                <a:lnTo>
                  <a:pt x="398360" y="1094041"/>
                </a:lnTo>
                <a:lnTo>
                  <a:pt x="509371" y="1094041"/>
                </a:lnTo>
                <a:lnTo>
                  <a:pt x="1038809" y="0"/>
                </a:lnTo>
                <a:close/>
              </a:path>
              <a:path w="4765675" h="1094105">
                <a:moveTo>
                  <a:pt x="1547482" y="0"/>
                </a:moveTo>
                <a:lnTo>
                  <a:pt x="1385201" y="0"/>
                </a:lnTo>
                <a:lnTo>
                  <a:pt x="855764" y="1094041"/>
                </a:lnTo>
                <a:lnTo>
                  <a:pt x="1018057" y="1094041"/>
                </a:lnTo>
                <a:lnTo>
                  <a:pt x="1547482" y="0"/>
                </a:lnTo>
                <a:close/>
              </a:path>
              <a:path w="4765675" h="1094105">
                <a:moveTo>
                  <a:pt x="2131110" y="0"/>
                </a:moveTo>
                <a:lnTo>
                  <a:pt x="1893874" y="0"/>
                </a:lnTo>
                <a:lnTo>
                  <a:pt x="1364449" y="1094041"/>
                </a:lnTo>
                <a:lnTo>
                  <a:pt x="1601685" y="1094041"/>
                </a:lnTo>
                <a:lnTo>
                  <a:pt x="2131110" y="0"/>
                </a:lnTo>
                <a:close/>
              </a:path>
              <a:path w="4765675" h="1094105">
                <a:moveTo>
                  <a:pt x="2824302" y="0"/>
                </a:moveTo>
                <a:lnTo>
                  <a:pt x="2477503" y="0"/>
                </a:lnTo>
                <a:lnTo>
                  <a:pt x="1948078" y="1094041"/>
                </a:lnTo>
                <a:lnTo>
                  <a:pt x="2294864" y="1094041"/>
                </a:lnTo>
                <a:lnTo>
                  <a:pt x="2824302" y="0"/>
                </a:lnTo>
                <a:close/>
              </a:path>
              <a:path w="4765675" h="1094105">
                <a:moveTo>
                  <a:pt x="3677628" y="0"/>
                </a:moveTo>
                <a:lnTo>
                  <a:pt x="3170682" y="0"/>
                </a:lnTo>
                <a:lnTo>
                  <a:pt x="2641257" y="1094041"/>
                </a:lnTo>
                <a:lnTo>
                  <a:pt x="3128226" y="1094041"/>
                </a:lnTo>
                <a:lnTo>
                  <a:pt x="3202686" y="981456"/>
                </a:lnTo>
                <a:lnTo>
                  <a:pt x="3677628" y="0"/>
                </a:lnTo>
                <a:close/>
              </a:path>
              <a:path w="4765675" h="1094105">
                <a:moveTo>
                  <a:pt x="4765065" y="0"/>
                </a:moveTo>
                <a:lnTo>
                  <a:pt x="4024020" y="0"/>
                </a:lnTo>
                <a:lnTo>
                  <a:pt x="3582327" y="912761"/>
                </a:lnTo>
                <a:lnTo>
                  <a:pt x="4323359" y="912761"/>
                </a:lnTo>
                <a:lnTo>
                  <a:pt x="4765065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5665" y="398018"/>
            <a:ext cx="15761970" cy="1592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65" y="2288603"/>
            <a:ext cx="15761970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54522" y="9253919"/>
            <a:ext cx="5604256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5665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609577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jpe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jpeg"/><Relationship Id="rId8" Type="http://schemas.openxmlformats.org/officeDocument/2006/relationships/image" Target="../media/image7.png"/><Relationship Id="rId51" Type="http://schemas.openxmlformats.org/officeDocument/2006/relationships/image" Target="../media/image5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75228" y="207220"/>
            <a:ext cx="13677265" cy="895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1" algn="ctr">
              <a:spcBef>
                <a:spcPts val="100"/>
              </a:spcBef>
            </a:pPr>
            <a:r>
              <a:rPr lang="uz-Cyrl-UZ" sz="280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ЯШНОБОД ТУМАНИ </a:t>
            </a:r>
            <a:r>
              <a:rPr sz="2800" b="1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“</a:t>
            </a:r>
            <a:r>
              <a:rPr lang="uz-Cyrl-UZ" altLang="en-US" sz="2800" b="1" spc="-3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ТОВКЕНТЕПА</a:t>
            </a:r>
            <a:r>
              <a:rPr sz="2800" b="1" spc="-3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”</a:t>
            </a:r>
            <a:r>
              <a:rPr sz="2800" b="1" spc="-18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1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МАҲАЛЛАСИДА</a:t>
            </a:r>
            <a:endParaRPr sz="2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2800" spc="-2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АҲОЛИ</a:t>
            </a:r>
            <a:r>
              <a:rPr sz="2800" spc="-16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4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БАНДЛИГИНИ</a:t>
            </a:r>
            <a:r>
              <a:rPr sz="2800" spc="-16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5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ТАЪМИНЛАШ</a:t>
            </a:r>
            <a:r>
              <a:rPr sz="2800" spc="-16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5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ВА</a:t>
            </a:r>
            <a:r>
              <a:rPr sz="2800" spc="-16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3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ДАРОМАДЛАРИНИ</a:t>
            </a:r>
            <a:r>
              <a:rPr sz="2800" spc="-15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1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ОШИРИШ</a:t>
            </a:r>
            <a:endParaRPr sz="2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3948" y="1089849"/>
            <a:ext cx="16696055" cy="1755280"/>
            <a:chOff x="363948" y="1089849"/>
            <a:chExt cx="16696055" cy="1755280"/>
          </a:xfrm>
        </p:grpSpPr>
        <p:sp>
          <p:nvSpPr>
            <p:cNvPr id="4" name="object 4"/>
            <p:cNvSpPr/>
            <p:nvPr/>
          </p:nvSpPr>
          <p:spPr>
            <a:xfrm>
              <a:off x="363948" y="1089849"/>
              <a:ext cx="16696055" cy="181610"/>
            </a:xfrm>
            <a:custGeom>
              <a:avLst/>
              <a:gdLst/>
              <a:ahLst/>
              <a:cxnLst/>
              <a:rect l="l" t="t" r="r" b="b"/>
              <a:pathLst>
                <a:path w="16696055" h="181609">
                  <a:moveTo>
                    <a:pt x="0" y="181288"/>
                  </a:moveTo>
                  <a:lnTo>
                    <a:pt x="15407916" y="181288"/>
                  </a:lnTo>
                  <a:lnTo>
                    <a:pt x="15527797" y="0"/>
                  </a:lnTo>
                  <a:lnTo>
                    <a:pt x="16695734" y="0"/>
                  </a:lnTo>
                </a:path>
              </a:pathLst>
            </a:custGeom>
            <a:ln w="12701">
              <a:solidFill>
                <a:srgbClr val="7E6F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5" y="0"/>
                  </a:move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7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01773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45324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29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5" y="345495"/>
                  </a:lnTo>
                  <a:lnTo>
                    <a:pt x="173379" y="351698"/>
                  </a:lnTo>
                  <a:lnTo>
                    <a:pt x="216832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56469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2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4" y="32851"/>
                  </a:lnTo>
                  <a:lnTo>
                    <a:pt x="11947" y="37167"/>
                  </a:lnTo>
                  <a:lnTo>
                    <a:pt x="19058" y="38661"/>
                  </a:lnTo>
                  <a:lnTo>
                    <a:pt x="26139" y="37324"/>
                  </a:lnTo>
                  <a:lnTo>
                    <a:pt x="32333" y="33145"/>
                  </a:lnTo>
                  <a:lnTo>
                    <a:pt x="36408" y="26797"/>
                  </a:lnTo>
                  <a:lnTo>
                    <a:pt x="37713" y="19539"/>
                  </a:lnTo>
                  <a:lnTo>
                    <a:pt x="36256" y="12249"/>
                  </a:lnTo>
                  <a:lnTo>
                    <a:pt x="32046" y="5807"/>
                  </a:lnTo>
                  <a:lnTo>
                    <a:pt x="25762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4825086" y="0"/>
                  </a:moveTo>
                  <a:lnTo>
                    <a:pt x="84016" y="0"/>
                  </a:lnTo>
                  <a:lnTo>
                    <a:pt x="51394" y="6629"/>
                  </a:lnTo>
                  <a:lnTo>
                    <a:pt x="24679" y="24680"/>
                  </a:lnTo>
                  <a:lnTo>
                    <a:pt x="6629" y="51394"/>
                  </a:lnTo>
                  <a:lnTo>
                    <a:pt x="0" y="84016"/>
                  </a:lnTo>
                  <a:lnTo>
                    <a:pt x="0" y="1246244"/>
                  </a:lnTo>
                  <a:lnTo>
                    <a:pt x="6629" y="1278866"/>
                  </a:lnTo>
                  <a:lnTo>
                    <a:pt x="24679" y="1305581"/>
                  </a:lnTo>
                  <a:lnTo>
                    <a:pt x="51394" y="1323632"/>
                  </a:lnTo>
                  <a:lnTo>
                    <a:pt x="84016" y="1330261"/>
                  </a:lnTo>
                  <a:lnTo>
                    <a:pt x="4825086" y="1330261"/>
                  </a:lnTo>
                  <a:lnTo>
                    <a:pt x="4857708" y="1323632"/>
                  </a:lnTo>
                  <a:lnTo>
                    <a:pt x="4884423" y="1305581"/>
                  </a:lnTo>
                  <a:lnTo>
                    <a:pt x="4902474" y="1278866"/>
                  </a:lnTo>
                  <a:lnTo>
                    <a:pt x="4909103" y="1246244"/>
                  </a:lnTo>
                  <a:lnTo>
                    <a:pt x="4909103" y="84016"/>
                  </a:lnTo>
                  <a:lnTo>
                    <a:pt x="4902474" y="51394"/>
                  </a:lnTo>
                  <a:lnTo>
                    <a:pt x="4884423" y="24680"/>
                  </a:lnTo>
                  <a:lnTo>
                    <a:pt x="4857708" y="6629"/>
                  </a:lnTo>
                  <a:lnTo>
                    <a:pt x="4825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84016" y="0"/>
                  </a:moveTo>
                  <a:lnTo>
                    <a:pt x="4825086" y="0"/>
                  </a:lnTo>
                  <a:lnTo>
                    <a:pt x="4857708" y="6629"/>
                  </a:lnTo>
                  <a:lnTo>
                    <a:pt x="4884423" y="24680"/>
                  </a:lnTo>
                  <a:lnTo>
                    <a:pt x="4902474" y="51394"/>
                  </a:lnTo>
                  <a:lnTo>
                    <a:pt x="4909103" y="84016"/>
                  </a:lnTo>
                  <a:lnTo>
                    <a:pt x="4909103" y="1246244"/>
                  </a:lnTo>
                  <a:lnTo>
                    <a:pt x="4902474" y="1278866"/>
                  </a:lnTo>
                  <a:lnTo>
                    <a:pt x="4884423" y="1305581"/>
                  </a:lnTo>
                  <a:lnTo>
                    <a:pt x="4857708" y="1323632"/>
                  </a:lnTo>
                  <a:lnTo>
                    <a:pt x="4825086" y="1330261"/>
                  </a:lnTo>
                  <a:lnTo>
                    <a:pt x="84016" y="1330261"/>
                  </a:lnTo>
                  <a:lnTo>
                    <a:pt x="51394" y="1323632"/>
                  </a:lnTo>
                  <a:lnTo>
                    <a:pt x="24679" y="1305581"/>
                  </a:lnTo>
                  <a:lnTo>
                    <a:pt x="6629" y="1278866"/>
                  </a:lnTo>
                  <a:lnTo>
                    <a:pt x="0" y="1246244"/>
                  </a:lnTo>
                  <a:lnTo>
                    <a:pt x="0" y="84016"/>
                  </a:lnTo>
                  <a:lnTo>
                    <a:pt x="6629" y="51394"/>
                  </a:lnTo>
                  <a:lnTo>
                    <a:pt x="24679" y="24680"/>
                  </a:lnTo>
                  <a:lnTo>
                    <a:pt x="51394" y="6629"/>
                  </a:lnTo>
                  <a:lnTo>
                    <a:pt x="8401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63390" y="1575546"/>
              <a:ext cx="0" cy="1223645"/>
            </a:xfrm>
            <a:custGeom>
              <a:avLst/>
              <a:gdLst/>
              <a:ahLst/>
              <a:cxnLst/>
              <a:rect l="l" t="t" r="r" b="b"/>
              <a:pathLst>
                <a:path h="1223645">
                  <a:moveTo>
                    <a:pt x="0" y="0"/>
                  </a:moveTo>
                  <a:lnTo>
                    <a:pt x="0" y="1223172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63390" y="1755338"/>
              <a:ext cx="0" cy="838835"/>
            </a:xfrm>
            <a:custGeom>
              <a:avLst/>
              <a:gdLst/>
              <a:ahLst/>
              <a:cxnLst/>
              <a:rect l="l" t="t" r="r" b="b"/>
              <a:pathLst>
                <a:path h="838835">
                  <a:moveTo>
                    <a:pt x="0" y="0"/>
                  </a:moveTo>
                  <a:lnTo>
                    <a:pt x="0" y="838616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14710" y="1538665"/>
            <a:ext cx="2409754" cy="130933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130"/>
              </a:spcBef>
            </a:pPr>
            <a:r>
              <a:rPr sz="1400" b="1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Маҳалла</a:t>
            </a:r>
            <a:r>
              <a:rPr sz="1400" b="1" spc="-5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0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банкири</a:t>
            </a:r>
            <a:endParaRPr sz="1400" b="1" dirty="0">
              <a:solidFill>
                <a:schemeClr val="tx2"/>
              </a:solidFill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ru-RU" altLang="en-US" sz="1400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Тўймуродов Артур Эргаш ўғли</a:t>
            </a:r>
            <a:br>
              <a:rPr lang="ru-RU" altLang="en-US" sz="1400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</a:br>
            <a:r>
              <a:rPr lang="ru-RU" sz="1400" b="1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Ёрдамчи</a:t>
            </a:r>
            <a:r>
              <a:rPr lang="ru-RU" sz="1400" b="1" spc="-70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ru-RU" sz="1400" b="1" spc="-10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агент</a:t>
            </a:r>
            <a:endParaRPr lang="ru-RU" sz="1400" b="1" dirty="0">
              <a:solidFill>
                <a:schemeClr val="tx2"/>
              </a:solidFill>
              <a:latin typeface="Tahoma" panose="020B0604030504040204"/>
              <a:cs typeface="Tahoma" panose="020B0604030504040204"/>
            </a:endParaRPr>
          </a:p>
          <a:p>
            <a:pPr marL="19685">
              <a:lnSpc>
                <a:spcPct val="100000"/>
              </a:lnSpc>
              <a:spcBef>
                <a:spcPts val="35"/>
              </a:spcBef>
            </a:pPr>
            <a:r>
              <a:rPr lang="en-US" altLang="en-US" sz="1400" dirty="0" err="1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Вакант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01452" y="1601181"/>
            <a:ext cx="205930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БИРИКТИРИЛГАН</a:t>
            </a:r>
            <a:r>
              <a:rPr lang="ru-RU" sz="15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БАНК</a:t>
            </a:r>
            <a:endParaRPr sz="15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0945" y="1913120"/>
            <a:ext cx="2228324" cy="520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lang="en-US" altLang="en-US" sz="1650" b="1" spc="-120" dirty="0" err="1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Туронбанк</a:t>
            </a:r>
            <a:r>
              <a:rPr lang="ru-RU" sz="1650" b="1" spc="-120" dirty="0" err="1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”Тошкент</a:t>
            </a: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1650" b="1" spc="-120" dirty="0" err="1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шахар</a:t>
            </a: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altLang="en-US" sz="165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  <a:sym typeface="+mn-ea"/>
              </a:rPr>
              <a:t>Яшнобод </a:t>
            </a: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БХ</a:t>
            </a:r>
            <a:r>
              <a:rPr lang="en-US" alt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O</a:t>
            </a:r>
          </a:p>
        </p:txBody>
      </p:sp>
      <p:grpSp>
        <p:nvGrpSpPr>
          <p:cNvPr id="20" name="object 20"/>
          <p:cNvGrpSpPr/>
          <p:nvPr/>
        </p:nvGrpSpPr>
        <p:grpSpPr>
          <a:xfrm>
            <a:off x="8042079" y="1507802"/>
            <a:ext cx="6520719" cy="1332036"/>
            <a:chOff x="8042079" y="1507802"/>
            <a:chExt cx="6520719" cy="1332036"/>
          </a:xfrm>
        </p:grpSpPr>
        <p:sp>
          <p:nvSpPr>
            <p:cNvPr id="21" name="object 21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9525" y="2526148"/>
              <a:ext cx="2071166" cy="3133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77383" y="2523508"/>
              <a:ext cx="2080165" cy="316330"/>
            </a:xfrm>
            <a:custGeom>
              <a:avLst/>
              <a:gdLst/>
              <a:ahLst/>
              <a:cxnLst/>
              <a:rect l="l" t="t" r="r" b="b"/>
              <a:pathLst>
                <a:path w="2071370" h="313689">
                  <a:moveTo>
                    <a:pt x="2071166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5" y="289159"/>
                  </a:lnTo>
                  <a:lnTo>
                    <a:pt x="2064657" y="262929"/>
                  </a:lnTo>
                  <a:lnTo>
                    <a:pt x="2071166" y="230897"/>
                  </a:lnTo>
                  <a:lnTo>
                    <a:pt x="2071166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      </a:t>
              </a:r>
              <a:r>
                <a:rPr lang="ru-RU" sz="1100" b="1" dirty="0" err="1">
                  <a:solidFill>
                    <a:schemeClr val="bg1"/>
                  </a:solidFill>
                </a:rPr>
                <a:t>ишсизликдан</a:t>
              </a:r>
              <a:r>
                <a:rPr lang="ru-RU" sz="1100" b="1" dirty="0">
                  <a:solidFill>
                    <a:schemeClr val="bg1"/>
                  </a:solidFill>
                </a:rPr>
                <a:t> холи </a:t>
              </a:r>
              <a:r>
                <a:rPr lang="ru-RU" sz="1100" b="1" dirty="0" err="1">
                  <a:solidFill>
                    <a:schemeClr val="bg1"/>
                  </a:solidFill>
                </a:rPr>
                <a:t>эмас</a:t>
              </a:r>
              <a:endParaRPr lang="ru-RU" sz="1100" b="1" dirty="0">
                <a:solidFill>
                  <a:schemeClr val="bg1"/>
                </a:solidFill>
              </a:endParaRPr>
            </a:p>
            <a:p>
              <a:endParaRPr sz="1200" b="1" dirty="0"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491428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69" h="313689">
                  <a:moveTo>
                    <a:pt x="2071165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4" y="289159"/>
                  </a:lnTo>
                  <a:lnTo>
                    <a:pt x="2064656" y="262929"/>
                  </a:lnTo>
                  <a:lnTo>
                    <a:pt x="2071165" y="230897"/>
                  </a:lnTo>
                  <a:lnTo>
                    <a:pt x="2071165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42079" y="1507802"/>
              <a:ext cx="281397" cy="2679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6623" y="1507802"/>
              <a:ext cx="281397" cy="26797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60330" y="1507802"/>
              <a:ext cx="281397" cy="26797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8379086" y="1544585"/>
            <a:ext cx="579437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22525" algn="l"/>
                <a:tab pos="4466590" algn="l"/>
              </a:tabLst>
            </a:pPr>
            <a:r>
              <a:rPr sz="1600" b="1" spc="-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Тадбиркорлик</a:t>
            </a:r>
            <a:r>
              <a:rPr sz="1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Ишсизлик</a:t>
            </a:r>
            <a:r>
              <a:rPr sz="1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Камбағаллик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24581" y="1867881"/>
            <a:ext cx="4432300" cy="647065"/>
          </a:xfrm>
          <a:custGeom>
            <a:avLst/>
            <a:gdLst/>
            <a:ahLst/>
            <a:cxnLst/>
            <a:rect l="l" t="t" r="r" b="b"/>
            <a:pathLst>
              <a:path w="4432300" h="647064">
                <a:moveTo>
                  <a:pt x="0" y="0"/>
                </a:moveTo>
                <a:lnTo>
                  <a:pt x="0" y="646526"/>
                </a:lnTo>
              </a:path>
              <a:path w="4432300" h="647064">
                <a:moveTo>
                  <a:pt x="2211386" y="0"/>
                </a:moveTo>
                <a:lnTo>
                  <a:pt x="2211386" y="646526"/>
                </a:lnTo>
              </a:path>
              <a:path w="4432300" h="647064">
                <a:moveTo>
                  <a:pt x="4432114" y="0"/>
                </a:moveTo>
                <a:lnTo>
                  <a:pt x="4432114" y="646526"/>
                </a:lnTo>
              </a:path>
            </a:pathLst>
          </a:custGeom>
          <a:ln w="9000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9130768" y="1769888"/>
            <a:ext cx="957349" cy="485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sz="3050" b="1" spc="-254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altLang="" sz="3050" b="1" spc="-254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</a:t>
            </a:r>
            <a:r>
              <a:rPr lang="en-US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а</a:t>
            </a:r>
            <a:endParaRPr sz="21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21652" y="2279753"/>
            <a:ext cx="4037329" cy="5048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1064260" algn="l"/>
                <a:tab pos="2223770" algn="l"/>
                <a:tab pos="3275965" algn="l"/>
              </a:tabLst>
            </a:pP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01.01.202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01.04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01.01.202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lang="ru-RU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1200" dirty="0">
              <a:latin typeface="Tahoma" panose="020B0604030504040204"/>
              <a:cs typeface="Tahoma" panose="020B0604030504040204"/>
            </a:endParaRPr>
          </a:p>
          <a:p>
            <a:pPr marL="260350">
              <a:lnSpc>
                <a:spcPct val="100000"/>
              </a:lnSpc>
              <a:spcBef>
                <a:spcPts val="395"/>
              </a:spcBef>
            </a:pPr>
            <a:r>
              <a:rPr sz="145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Ўсиш:</a:t>
            </a:r>
            <a:r>
              <a:rPr sz="1450" spc="7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altLang="" sz="1450" spc="7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15%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12516871" y="2229219"/>
            <a:ext cx="2042830" cy="52006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1064260" algn="l"/>
              </a:tabLst>
            </a:pP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01.01.202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endParaRPr lang="ru-RU" sz="1200" dirty="0">
              <a:latin typeface="Tahoma" panose="020B0604030504040204"/>
              <a:cs typeface="Tahoma" panose="020B0604030504040204"/>
            </a:endParaRPr>
          </a:p>
          <a:p>
            <a:pPr marL="187960">
              <a:lnSpc>
                <a:spcPct val="100000"/>
              </a:lnSpc>
              <a:spcBef>
                <a:spcPts val="625"/>
              </a:spcBef>
            </a:pPr>
            <a:r>
              <a:rPr lang="ru-RU" sz="1100" b="1" spc="-65" dirty="0" err="1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Камбағалликдан</a:t>
            </a:r>
            <a:r>
              <a:rPr lang="ru-RU" sz="1100" b="1" spc="-65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 холи </a:t>
            </a:r>
            <a:r>
              <a:rPr lang="ru-RU" sz="1100" b="1" dirty="0" err="1">
                <a:solidFill>
                  <a:schemeClr val="bg1"/>
                </a:solidFill>
              </a:rPr>
              <a:t>эмас</a:t>
            </a:r>
            <a:endParaRPr lang="ru-RU" sz="1100" b="1" dirty="0" err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39921" y="1622704"/>
            <a:ext cx="7880372" cy="1136178"/>
            <a:chOff x="8149323" y="1638755"/>
            <a:chExt cx="7880372" cy="1136178"/>
          </a:xfrm>
        </p:grpSpPr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49323" y="2572297"/>
              <a:ext cx="202302" cy="20263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6029695" y="1638755"/>
              <a:ext cx="0" cy="1066165"/>
            </a:xfrm>
            <a:custGeom>
              <a:avLst/>
              <a:gdLst/>
              <a:ahLst/>
              <a:cxnLst/>
              <a:rect l="l" t="t" r="r" b="b"/>
              <a:pathLst>
                <a:path h="1066164">
                  <a:moveTo>
                    <a:pt x="0" y="0"/>
                  </a:moveTo>
                  <a:lnTo>
                    <a:pt x="0" y="1066027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4886244" y="1860733"/>
            <a:ext cx="92456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Вилоятдан</a:t>
            </a:r>
            <a:endParaRPr sz="14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783973" y="2059707"/>
            <a:ext cx="1168046" cy="69634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0955" marR="42545" algn="ctr">
              <a:lnSpc>
                <a:spcPts val="1460"/>
              </a:lnSpc>
              <a:spcBef>
                <a:spcPts val="410"/>
              </a:spcBef>
            </a:pPr>
            <a:r>
              <a:rPr sz="14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келган</a:t>
            </a:r>
            <a:r>
              <a:rPr sz="1450" spc="-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 </a:t>
            </a: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endParaRPr sz="1450" dirty="0">
              <a:latin typeface="Tahoma" panose="020B0604030504040204"/>
              <a:cs typeface="Tahoma" panose="020B0604030504040204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lang="en-US" altLang="" sz="1600" b="1" spc="-9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25</a:t>
            </a:r>
            <a:r>
              <a:rPr sz="1600" b="1" spc="-9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90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6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160650" y="1893062"/>
            <a:ext cx="884555" cy="85979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67310" marR="5080" indent="69850" algn="ctr">
              <a:lnSpc>
                <a:spcPts val="1460"/>
              </a:lnSpc>
              <a:spcBef>
                <a:spcPts val="410"/>
              </a:spcBef>
            </a:pPr>
            <a:r>
              <a:rPr sz="14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Мавжуд</a:t>
            </a: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бўш</a:t>
            </a:r>
            <a:r>
              <a:rPr lang="en-US" sz="1450" spc="-3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5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иш</a:t>
            </a:r>
            <a:r>
              <a:rPr sz="1450" spc="-2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ўринлари</a:t>
            </a:r>
            <a:endParaRPr sz="1450" dirty="0">
              <a:latin typeface="Tahoma" panose="020B0604030504040204"/>
              <a:cs typeface="Tahoma" panose="020B0604030504040204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altLang="" sz="1600" b="1" spc="2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1600" b="1" spc="2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2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6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527909" y="1343620"/>
            <a:ext cx="11210290" cy="1499870"/>
            <a:chOff x="5527909" y="1343620"/>
            <a:chExt cx="11210290" cy="1499870"/>
          </a:xfrm>
        </p:grpSpPr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512378" y="1458377"/>
              <a:ext cx="225364" cy="21469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5133424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518489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6" y="345495"/>
                  </a:lnTo>
                  <a:lnTo>
                    <a:pt x="173379" y="351698"/>
                  </a:lnTo>
                  <a:lnTo>
                    <a:pt x="216833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7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188120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3" y="0"/>
                  </a:moveTo>
                  <a:lnTo>
                    <a:pt x="11573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8" y="26411"/>
                  </a:lnTo>
                  <a:lnTo>
                    <a:pt x="5669" y="32851"/>
                  </a:lnTo>
                  <a:lnTo>
                    <a:pt x="11950" y="37167"/>
                  </a:lnTo>
                  <a:lnTo>
                    <a:pt x="19060" y="38661"/>
                  </a:lnTo>
                  <a:lnTo>
                    <a:pt x="26141" y="37324"/>
                  </a:lnTo>
                  <a:lnTo>
                    <a:pt x="32334" y="33145"/>
                  </a:lnTo>
                  <a:lnTo>
                    <a:pt x="36408" y="26797"/>
                  </a:lnTo>
                  <a:lnTo>
                    <a:pt x="37712" y="19539"/>
                  </a:lnTo>
                  <a:lnTo>
                    <a:pt x="36255" y="12249"/>
                  </a:lnTo>
                  <a:lnTo>
                    <a:pt x="32045" y="5807"/>
                  </a:lnTo>
                  <a:lnTo>
                    <a:pt x="25764" y="1493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35981" y="1437488"/>
              <a:ext cx="232192" cy="23657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90409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241883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1" y="0"/>
                  </a:moveTo>
                  <a:lnTo>
                    <a:pt x="126228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2" y="327873"/>
                  </a:lnTo>
                  <a:lnTo>
                    <a:pt x="129803" y="345495"/>
                  </a:lnTo>
                  <a:lnTo>
                    <a:pt x="173376" y="351698"/>
                  </a:lnTo>
                  <a:lnTo>
                    <a:pt x="216829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2" y="264344"/>
                  </a:lnTo>
                  <a:lnTo>
                    <a:pt x="337945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5" y="23825"/>
                  </a:lnTo>
                  <a:lnTo>
                    <a:pt x="213254" y="6202"/>
                  </a:lnTo>
                  <a:lnTo>
                    <a:pt x="169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245105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1" y="1337"/>
                  </a:lnTo>
                  <a:lnTo>
                    <a:pt x="5378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8" y="38661"/>
                  </a:lnTo>
                  <a:lnTo>
                    <a:pt x="26138" y="37324"/>
                  </a:lnTo>
                  <a:lnTo>
                    <a:pt x="32331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5" y="12249"/>
                  </a:lnTo>
                  <a:lnTo>
                    <a:pt x="32046" y="5807"/>
                  </a:lnTo>
                  <a:lnTo>
                    <a:pt x="25763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687301" y="1638756"/>
              <a:ext cx="0" cy="1132840"/>
            </a:xfrm>
            <a:custGeom>
              <a:avLst/>
              <a:gdLst/>
              <a:ahLst/>
              <a:cxnLst/>
              <a:rect l="l" t="t" r="r" b="b"/>
              <a:pathLst>
                <a:path h="1132839">
                  <a:moveTo>
                    <a:pt x="0" y="0"/>
                  </a:moveTo>
                  <a:lnTo>
                    <a:pt x="0" y="1132649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357555" y="366561"/>
                  </a:move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922060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73534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5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3" y="327873"/>
                  </a:lnTo>
                  <a:lnTo>
                    <a:pt x="129805" y="345495"/>
                  </a:lnTo>
                  <a:lnTo>
                    <a:pt x="173377" y="351698"/>
                  </a:lnTo>
                  <a:lnTo>
                    <a:pt x="216830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3" y="264344"/>
                  </a:lnTo>
                  <a:lnTo>
                    <a:pt x="337946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6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76757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1" y="0"/>
                  </a:moveTo>
                  <a:lnTo>
                    <a:pt x="11570" y="1337"/>
                  </a:lnTo>
                  <a:lnTo>
                    <a:pt x="5377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7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9" y="38661"/>
                  </a:lnTo>
                  <a:lnTo>
                    <a:pt x="26140" y="37324"/>
                  </a:lnTo>
                  <a:lnTo>
                    <a:pt x="32334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3" y="12249"/>
                  </a:lnTo>
                  <a:lnTo>
                    <a:pt x="32045" y="5807"/>
                  </a:lnTo>
                  <a:lnTo>
                    <a:pt x="25762" y="1493"/>
                  </a:lnTo>
                  <a:lnTo>
                    <a:pt x="18651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24614" y="1437488"/>
              <a:ext cx="232192" cy="23657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98445" y="1447077"/>
              <a:ext cx="216712" cy="228621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751038" y="2477165"/>
            <a:ext cx="702945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30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8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603062" y="1881713"/>
            <a:ext cx="98488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r>
              <a:rPr sz="1450" spc="-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сони</a:t>
            </a:r>
            <a:endParaRPr sz="14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45424" y="1872922"/>
            <a:ext cx="115824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Хонадон</a:t>
            </a:r>
            <a:r>
              <a:rPr sz="1450" spc="-4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сони</a:t>
            </a:r>
            <a:endParaRPr sz="14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755496" y="2131386"/>
            <a:ext cx="2089785" cy="417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56030" algn="l"/>
              </a:tabLst>
            </a:pPr>
            <a:r>
              <a:rPr lang="en-US" altLang="en-US" sz="2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2 464</a:t>
            </a:r>
            <a:r>
              <a:rPr sz="2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lang="en-US" altLang="en-US" sz="2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664</a:t>
            </a:r>
          </a:p>
        </p:txBody>
      </p:sp>
      <p:sp>
        <p:nvSpPr>
          <p:cNvPr id="75" name="object 75"/>
          <p:cNvSpPr txBox="1"/>
          <p:nvPr/>
        </p:nvSpPr>
        <p:spPr>
          <a:xfrm>
            <a:off x="7221818" y="2477165"/>
            <a:ext cx="24892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2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80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404313" y="3081009"/>
            <a:ext cx="8353302" cy="1857381"/>
            <a:chOff x="338423" y="3091416"/>
            <a:chExt cx="8353302" cy="1857381"/>
          </a:xfrm>
        </p:grpSpPr>
        <p:sp>
          <p:nvSpPr>
            <p:cNvPr id="77" name="object 77"/>
            <p:cNvSpPr/>
            <p:nvPr/>
          </p:nvSpPr>
          <p:spPr>
            <a:xfrm>
              <a:off x="578966" y="3091416"/>
              <a:ext cx="8112759" cy="847725"/>
            </a:xfrm>
            <a:custGeom>
              <a:avLst/>
              <a:gdLst/>
              <a:ahLst/>
              <a:cxnLst/>
              <a:rect l="l" t="t" r="r" b="b"/>
              <a:pathLst>
                <a:path w="8112759" h="847725">
                  <a:moveTo>
                    <a:pt x="8112643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112643" y="847432"/>
                  </a:lnTo>
                  <a:lnTo>
                    <a:pt x="8112643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76746" y="3189196"/>
              <a:ext cx="7917180" cy="652145"/>
            </a:xfrm>
            <a:custGeom>
              <a:avLst/>
              <a:gdLst/>
              <a:ahLst/>
              <a:cxnLst/>
              <a:rect l="l" t="t" r="r" b="b"/>
              <a:pathLst>
                <a:path w="7917180" h="652145">
                  <a:moveTo>
                    <a:pt x="7596474" y="0"/>
                  </a:moveTo>
                  <a:lnTo>
                    <a:pt x="320601" y="0"/>
                  </a:lnTo>
                  <a:lnTo>
                    <a:pt x="273401" y="3551"/>
                  </a:lnTo>
                  <a:lnTo>
                    <a:pt x="228293" y="13861"/>
                  </a:lnTo>
                  <a:lnTo>
                    <a:pt x="185782" y="30417"/>
                  </a:lnTo>
                  <a:lnTo>
                    <a:pt x="146376" y="52703"/>
                  </a:lnTo>
                  <a:lnTo>
                    <a:pt x="110580" y="80204"/>
                  </a:lnTo>
                  <a:lnTo>
                    <a:pt x="78902" y="112407"/>
                  </a:lnTo>
                  <a:lnTo>
                    <a:pt x="51848" y="148797"/>
                  </a:lnTo>
                  <a:lnTo>
                    <a:pt x="29924" y="188860"/>
                  </a:lnTo>
                  <a:lnTo>
                    <a:pt x="13637" y="232080"/>
                  </a:lnTo>
                  <a:lnTo>
                    <a:pt x="3493" y="277944"/>
                  </a:lnTo>
                  <a:lnTo>
                    <a:pt x="0" y="325936"/>
                  </a:lnTo>
                  <a:lnTo>
                    <a:pt x="3494" y="373934"/>
                  </a:lnTo>
                  <a:lnTo>
                    <a:pt x="13637" y="419801"/>
                  </a:lnTo>
                  <a:lnTo>
                    <a:pt x="29922" y="463023"/>
                  </a:lnTo>
                  <a:lnTo>
                    <a:pt x="51844" y="503085"/>
                  </a:lnTo>
                  <a:lnTo>
                    <a:pt x="78896" y="539475"/>
                  </a:lnTo>
                  <a:lnTo>
                    <a:pt x="110572" y="571676"/>
                  </a:lnTo>
                  <a:lnTo>
                    <a:pt x="146366" y="599176"/>
                  </a:lnTo>
                  <a:lnTo>
                    <a:pt x="185772" y="621460"/>
                  </a:lnTo>
                  <a:lnTo>
                    <a:pt x="228284" y="638014"/>
                  </a:lnTo>
                  <a:lnTo>
                    <a:pt x="273398" y="648323"/>
                  </a:lnTo>
                  <a:lnTo>
                    <a:pt x="320601" y="651874"/>
                  </a:lnTo>
                  <a:lnTo>
                    <a:pt x="7596474" y="651874"/>
                  </a:lnTo>
                  <a:lnTo>
                    <a:pt x="7643687" y="648323"/>
                  </a:lnTo>
                  <a:lnTo>
                    <a:pt x="7688804" y="638014"/>
                  </a:lnTo>
                  <a:lnTo>
                    <a:pt x="7731320" y="621460"/>
                  </a:lnTo>
                  <a:lnTo>
                    <a:pt x="7770727" y="599176"/>
                  </a:lnTo>
                  <a:lnTo>
                    <a:pt x="7806522" y="571676"/>
                  </a:lnTo>
                  <a:lnTo>
                    <a:pt x="7838197" y="539475"/>
                  </a:lnTo>
                  <a:lnTo>
                    <a:pt x="7865247" y="503085"/>
                  </a:lnTo>
                  <a:lnTo>
                    <a:pt x="7887167" y="463023"/>
                  </a:lnTo>
                  <a:lnTo>
                    <a:pt x="7903450" y="419801"/>
                  </a:lnTo>
                  <a:lnTo>
                    <a:pt x="7913590" y="373934"/>
                  </a:lnTo>
                  <a:lnTo>
                    <a:pt x="7917083" y="325936"/>
                  </a:lnTo>
                  <a:lnTo>
                    <a:pt x="7913589" y="277944"/>
                  </a:lnTo>
                  <a:lnTo>
                    <a:pt x="7903444" y="232080"/>
                  </a:lnTo>
                  <a:lnTo>
                    <a:pt x="7887155" y="188860"/>
                  </a:lnTo>
                  <a:lnTo>
                    <a:pt x="7865229" y="148797"/>
                  </a:lnTo>
                  <a:lnTo>
                    <a:pt x="7838171" y="112407"/>
                  </a:lnTo>
                  <a:lnTo>
                    <a:pt x="7806490" y="80204"/>
                  </a:lnTo>
                  <a:lnTo>
                    <a:pt x="7770693" y="52703"/>
                  </a:lnTo>
                  <a:lnTo>
                    <a:pt x="7731285" y="30417"/>
                  </a:lnTo>
                  <a:lnTo>
                    <a:pt x="7688774" y="13861"/>
                  </a:lnTo>
                  <a:lnTo>
                    <a:pt x="7643668" y="3551"/>
                  </a:lnTo>
                  <a:lnTo>
                    <a:pt x="7596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9" name="object 79"/>
            <p:cNvSpPr/>
            <p:nvPr/>
          </p:nvSpPr>
          <p:spPr>
            <a:xfrm>
              <a:off x="595245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4" y="524916"/>
                  </a:lnTo>
                  <a:lnTo>
                    <a:pt x="44344" y="566817"/>
                  </a:lnTo>
                  <a:lnTo>
                    <a:pt x="67786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7" y="726272"/>
                  </a:lnTo>
                  <a:lnTo>
                    <a:pt x="241114" y="745571"/>
                  </a:lnTo>
                  <a:lnTo>
                    <a:pt x="284481" y="759813"/>
                  </a:lnTo>
                  <a:lnTo>
                    <a:pt x="329907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145933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8" y="0"/>
                  </a:lnTo>
                  <a:lnTo>
                    <a:pt x="1923779" y="5587"/>
                  </a:lnTo>
                  <a:lnTo>
                    <a:pt x="1951573" y="20797"/>
                  </a:lnTo>
                  <a:lnTo>
                    <a:pt x="1970353" y="43300"/>
                  </a:lnTo>
                  <a:lnTo>
                    <a:pt x="1977250" y="70768"/>
                  </a:lnTo>
                  <a:lnTo>
                    <a:pt x="1977250" y="665434"/>
                  </a:lnTo>
                  <a:lnTo>
                    <a:pt x="1970350" y="692907"/>
                  </a:lnTo>
                  <a:lnTo>
                    <a:pt x="1951566" y="715411"/>
                  </a:lnTo>
                  <a:lnTo>
                    <a:pt x="1923771" y="730620"/>
                  </a:lnTo>
                  <a:lnTo>
                    <a:pt x="1889838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8423" y="4200131"/>
              <a:ext cx="1171713" cy="741207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838720" y="3217628"/>
            <a:ext cx="3058160" cy="51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4805">
              <a:lnSpc>
                <a:spcPct val="107000"/>
              </a:lnSpc>
              <a:spcBef>
                <a:spcPts val="100"/>
              </a:spcBef>
            </a:pPr>
            <a:r>
              <a:rPr sz="15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Тадбиркорлик</a:t>
            </a:r>
            <a:r>
              <a:rPr sz="1500" spc="-6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дастурлари </a:t>
            </a:r>
            <a:r>
              <a:rPr sz="15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доирасида</a:t>
            </a:r>
            <a:r>
              <a:rPr sz="1500" spc="15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ажратилган</a:t>
            </a:r>
            <a:r>
              <a:rPr sz="1500" spc="15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кредитлар</a:t>
            </a:r>
            <a:endParaRPr sz="15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327650" y="3375025"/>
            <a:ext cx="1471556" cy="26289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ru-RU" sz="2400" b="1" spc="37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10,0</a:t>
            </a:r>
            <a:r>
              <a:rPr lang="en-US" sz="2400" spc="37" baseline="1000" dirty="0">
                <a:solidFill>
                  <a:schemeClr val="tx2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ru-RU" sz="1200" spc="37" dirty="0">
                <a:solidFill>
                  <a:schemeClr val="tx2"/>
                </a:solidFill>
                <a:latin typeface="+mn-lt"/>
                <a:cs typeface="Microsoft Sans Serif" panose="020B0604020202020204"/>
              </a:rPr>
              <a:t>млн</a:t>
            </a:r>
            <a:r>
              <a:rPr lang="ru-RU" sz="1200" spc="37" dirty="0">
                <a:solidFill>
                  <a:schemeClr val="tx2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ru-RU" sz="1200" spc="37" dirty="0">
                <a:solidFill>
                  <a:schemeClr val="tx2"/>
                </a:solidFill>
                <a:latin typeface="+mn-lt"/>
                <a:cs typeface="Microsoft Sans Serif" panose="020B0604020202020204"/>
              </a:rPr>
              <a:t>с</a:t>
            </a:r>
            <a:r>
              <a:rPr lang="en-US" sz="1200" spc="37" dirty="0">
                <a:solidFill>
                  <a:schemeClr val="tx2"/>
                </a:solidFill>
                <a:latin typeface="+mn-lt"/>
                <a:cs typeface="Microsoft Sans Serif" panose="020B0604020202020204"/>
              </a:rPr>
              <a:t>ўм</a:t>
            </a:r>
            <a:endParaRPr sz="1200" baseline="1000" dirty="0">
              <a:solidFill>
                <a:schemeClr val="tx2"/>
              </a:solidFill>
              <a:latin typeface="+mn-lt"/>
              <a:cs typeface="Microsoft Sans Serif" panose="020B0604020202020204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4100927" y="3149702"/>
            <a:ext cx="2216142" cy="682524"/>
            <a:chOff x="3928011" y="2985781"/>
            <a:chExt cx="2898140" cy="1086485"/>
          </a:xfrm>
        </p:grpSpPr>
        <p:sp>
          <p:nvSpPr>
            <p:cNvPr id="87" name="object 87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900188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928011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20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053380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5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61470" y="3119000"/>
              <a:ext cx="94679" cy="9185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11645" y="3357510"/>
              <a:ext cx="181737" cy="165157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4378457" y="3391606"/>
              <a:ext cx="58419" cy="112395"/>
            </a:xfrm>
            <a:custGeom>
              <a:avLst/>
              <a:gdLst/>
              <a:ahLst/>
              <a:cxnLst/>
              <a:rect l="l" t="t" r="r" b="b"/>
              <a:pathLst>
                <a:path w="58420" h="112395">
                  <a:moveTo>
                    <a:pt x="22589" y="0"/>
                  </a:moveTo>
                  <a:lnTo>
                    <a:pt x="22628" y="12891"/>
                  </a:lnTo>
                  <a:lnTo>
                    <a:pt x="18164" y="14883"/>
                  </a:lnTo>
                  <a:lnTo>
                    <a:pt x="14367" y="14497"/>
                  </a:lnTo>
                  <a:lnTo>
                    <a:pt x="5410" y="22359"/>
                  </a:lnTo>
                  <a:lnTo>
                    <a:pt x="2026" y="27155"/>
                  </a:lnTo>
                  <a:lnTo>
                    <a:pt x="1050" y="33559"/>
                  </a:lnTo>
                  <a:lnTo>
                    <a:pt x="2976" y="47815"/>
                  </a:lnTo>
                  <a:lnTo>
                    <a:pt x="11438" y="56538"/>
                  </a:lnTo>
                  <a:lnTo>
                    <a:pt x="22419" y="61882"/>
                  </a:lnTo>
                  <a:lnTo>
                    <a:pt x="31902" y="66003"/>
                  </a:lnTo>
                  <a:lnTo>
                    <a:pt x="37583" y="69256"/>
                  </a:lnTo>
                  <a:lnTo>
                    <a:pt x="39815" y="74484"/>
                  </a:lnTo>
                  <a:lnTo>
                    <a:pt x="36103" y="79254"/>
                  </a:lnTo>
                  <a:lnTo>
                    <a:pt x="31389" y="82193"/>
                  </a:lnTo>
                  <a:lnTo>
                    <a:pt x="24786" y="82927"/>
                  </a:lnTo>
                  <a:lnTo>
                    <a:pt x="17618" y="82094"/>
                  </a:lnTo>
                  <a:lnTo>
                    <a:pt x="11206" y="80333"/>
                  </a:lnTo>
                  <a:lnTo>
                    <a:pt x="8790" y="79462"/>
                  </a:lnTo>
                  <a:lnTo>
                    <a:pt x="5680" y="77558"/>
                  </a:lnTo>
                  <a:lnTo>
                    <a:pt x="3834" y="77058"/>
                  </a:lnTo>
                  <a:lnTo>
                    <a:pt x="0" y="93045"/>
                  </a:lnTo>
                  <a:lnTo>
                    <a:pt x="6018" y="95876"/>
                  </a:lnTo>
                  <a:lnTo>
                    <a:pt x="14104" y="98140"/>
                  </a:lnTo>
                  <a:lnTo>
                    <a:pt x="17736" y="98395"/>
                  </a:lnTo>
                  <a:lnTo>
                    <a:pt x="21930" y="98935"/>
                  </a:lnTo>
                  <a:lnTo>
                    <a:pt x="22010" y="109188"/>
                  </a:lnTo>
                  <a:lnTo>
                    <a:pt x="34761" y="111923"/>
                  </a:lnTo>
                  <a:lnTo>
                    <a:pt x="34847" y="97726"/>
                  </a:lnTo>
                  <a:lnTo>
                    <a:pt x="42496" y="95552"/>
                  </a:lnTo>
                  <a:lnTo>
                    <a:pt x="49031" y="91462"/>
                  </a:lnTo>
                  <a:lnTo>
                    <a:pt x="53995" y="85797"/>
                  </a:lnTo>
                  <a:lnTo>
                    <a:pt x="56930" y="78897"/>
                  </a:lnTo>
                  <a:lnTo>
                    <a:pt x="58323" y="73051"/>
                  </a:lnTo>
                  <a:lnTo>
                    <a:pt x="57743" y="65750"/>
                  </a:lnTo>
                  <a:lnTo>
                    <a:pt x="26700" y="42800"/>
                  </a:lnTo>
                  <a:lnTo>
                    <a:pt x="19828" y="39596"/>
                  </a:lnTo>
                  <a:lnTo>
                    <a:pt x="21588" y="28122"/>
                  </a:lnTo>
                  <a:lnTo>
                    <a:pt x="28234" y="27007"/>
                  </a:lnTo>
                  <a:lnTo>
                    <a:pt x="41266" y="27849"/>
                  </a:lnTo>
                  <a:lnTo>
                    <a:pt x="44444" y="29794"/>
                  </a:lnTo>
                  <a:lnTo>
                    <a:pt x="50129" y="31972"/>
                  </a:lnTo>
                  <a:lnTo>
                    <a:pt x="51087" y="30316"/>
                  </a:lnTo>
                  <a:lnTo>
                    <a:pt x="54082" y="16416"/>
                  </a:lnTo>
                  <a:lnTo>
                    <a:pt x="51342" y="15667"/>
                  </a:lnTo>
                  <a:lnTo>
                    <a:pt x="48708" y="14227"/>
                  </a:lnTo>
                  <a:lnTo>
                    <a:pt x="41831" y="12546"/>
                  </a:lnTo>
                  <a:lnTo>
                    <a:pt x="38825" y="12534"/>
                  </a:lnTo>
                  <a:lnTo>
                    <a:pt x="35294" y="11995"/>
                  </a:lnTo>
                  <a:lnTo>
                    <a:pt x="35312" y="3265"/>
                  </a:lnTo>
                  <a:lnTo>
                    <a:pt x="22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51597" y="3189174"/>
              <a:ext cx="23392" cy="2426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244277" y="3496758"/>
              <a:ext cx="118662" cy="3970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61525" y="3160599"/>
              <a:ext cx="77245" cy="4956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617086" y="3551932"/>
              <a:ext cx="83679" cy="3772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403440" y="3551896"/>
              <a:ext cx="88578" cy="37757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98043" y="3551928"/>
              <a:ext cx="88884" cy="38056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508341" y="3551903"/>
              <a:ext cx="92307" cy="3773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43953" y="3221251"/>
              <a:ext cx="510609" cy="3152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244307" y="3605509"/>
              <a:ext cx="509172" cy="19566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72858" y="3606095"/>
              <a:ext cx="208939" cy="15964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821045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6924899" y="320857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04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spc="9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ҳолатига</a:t>
            </a:r>
            <a:endParaRPr sz="1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340094" y="3381187"/>
            <a:ext cx="424180" cy="4571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400" spc="-20" dirty="0">
              <a:solidFill>
                <a:srgbClr val="273B6F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4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926525" y="3406825"/>
            <a:ext cx="784860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ru-RU" sz="2400" b="1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120,0</a:t>
            </a:r>
            <a:endParaRPr sz="1400" dirty="0">
              <a:solidFill>
                <a:schemeClr val="tx2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108" name="object 10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799361" y="3485538"/>
            <a:ext cx="243805" cy="243330"/>
          </a:xfrm>
          <a:prstGeom prst="rect">
            <a:avLst/>
          </a:prstGeom>
        </p:spPr>
      </p:pic>
      <p:sp>
        <p:nvSpPr>
          <p:cNvPr id="109" name="object 109"/>
          <p:cNvSpPr txBox="1"/>
          <p:nvPr/>
        </p:nvSpPr>
        <p:spPr>
          <a:xfrm>
            <a:off x="8072453" y="3632256"/>
            <a:ext cx="39306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баробар</a:t>
            </a:r>
            <a:endParaRPr sz="7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088630" y="3423023"/>
            <a:ext cx="457200" cy="228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140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 Х12,0</a:t>
            </a:r>
            <a:endParaRPr lang="en-US" altLang="ru-RU" sz="1400" spc="25" dirty="0">
              <a:solidFill>
                <a:srgbClr val="273B6F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74002" y="4362418"/>
            <a:ext cx="861694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ПҚ-</a:t>
            </a:r>
            <a:r>
              <a:rPr sz="235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39</a:t>
            </a:r>
            <a:endParaRPr sz="2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460990" y="4232221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390647" y="4167323"/>
            <a:ext cx="1450829" cy="61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sz="30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30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20,0</a:t>
            </a:r>
            <a:endParaRPr sz="3000" dirty="0">
              <a:solidFill>
                <a:srgbClr val="FF0000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3346768" y="4198475"/>
            <a:ext cx="2666682" cy="741207"/>
            <a:chOff x="3320658" y="4209695"/>
            <a:chExt cx="2666518" cy="741207"/>
          </a:xfrm>
        </p:grpSpPr>
        <p:sp>
          <p:nvSpPr>
            <p:cNvPr id="115" name="object 115"/>
            <p:cNvSpPr/>
            <p:nvPr/>
          </p:nvSpPr>
          <p:spPr>
            <a:xfrm>
              <a:off x="4009787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20658" y="4209695"/>
              <a:ext cx="934544" cy="741207"/>
            </a:xfrm>
            <a:prstGeom prst="rect">
              <a:avLst/>
            </a:prstGeom>
          </p:spPr>
        </p:pic>
      </p:grpSp>
      <p:sp>
        <p:nvSpPr>
          <p:cNvPr id="118" name="object 118"/>
          <p:cNvSpPr txBox="1"/>
          <p:nvPr/>
        </p:nvSpPr>
        <p:spPr>
          <a:xfrm>
            <a:off x="3403913" y="4382816"/>
            <a:ext cx="69405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ПҚ-</a:t>
            </a:r>
            <a:r>
              <a:rPr sz="235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7</a:t>
            </a:r>
            <a:endParaRPr sz="2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210313" y="4259942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6110536" y="4209695"/>
            <a:ext cx="2646114" cy="741207"/>
            <a:chOff x="6008976" y="4209695"/>
            <a:chExt cx="2666598" cy="741207"/>
          </a:xfrm>
        </p:grpSpPr>
        <p:sp>
          <p:nvSpPr>
            <p:cNvPr id="122" name="object 122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008976" y="4209695"/>
              <a:ext cx="1138056" cy="741207"/>
            </a:xfrm>
            <a:prstGeom prst="rect">
              <a:avLst/>
            </a:prstGeom>
          </p:spPr>
        </p:pic>
      </p:grpSp>
      <p:sp>
        <p:nvSpPr>
          <p:cNvPr id="125" name="object 125"/>
          <p:cNvSpPr txBox="1"/>
          <p:nvPr/>
        </p:nvSpPr>
        <p:spPr>
          <a:xfrm>
            <a:off x="6124324" y="4386375"/>
            <a:ext cx="96710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ПҚ-</a:t>
            </a:r>
            <a:r>
              <a:rPr lang="ru-RU" sz="2350" b="1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350" b="1" spc="-6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12</a:t>
            </a:r>
            <a:endParaRPr sz="2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244429" y="4372982"/>
            <a:ext cx="933911" cy="39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500" b="1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0,0</a:t>
            </a:r>
            <a:endParaRPr lang="en-US" sz="2500" b="1" dirty="0">
              <a:solidFill>
                <a:schemeClr val="tx2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070815" y="4319138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070815" y="4531249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8935955" y="3091416"/>
            <a:ext cx="8223884" cy="4269105"/>
            <a:chOff x="8935955" y="3091416"/>
            <a:chExt cx="8223884" cy="4269105"/>
          </a:xfrm>
        </p:grpSpPr>
        <p:sp>
          <p:nvSpPr>
            <p:cNvPr id="130" name="object 130"/>
            <p:cNvSpPr/>
            <p:nvPr/>
          </p:nvSpPr>
          <p:spPr>
            <a:xfrm>
              <a:off x="8949607" y="3101421"/>
              <a:ext cx="0" cy="4254500"/>
            </a:xfrm>
            <a:custGeom>
              <a:avLst/>
              <a:gdLst/>
              <a:ahLst/>
              <a:cxnLst/>
              <a:rect l="l" t="t" r="r" b="b"/>
              <a:pathLst>
                <a:path h="4254500">
                  <a:moveTo>
                    <a:pt x="0" y="0"/>
                  </a:moveTo>
                  <a:lnTo>
                    <a:pt x="0" y="4254303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949607" y="3804940"/>
              <a:ext cx="0" cy="3281679"/>
            </a:xfrm>
            <a:custGeom>
              <a:avLst/>
              <a:gdLst/>
              <a:ahLst/>
              <a:cxnLst/>
              <a:rect l="l" t="t" r="r" b="b"/>
              <a:pathLst>
                <a:path h="3281679">
                  <a:moveTo>
                    <a:pt x="0" y="0"/>
                  </a:moveTo>
                  <a:lnTo>
                    <a:pt x="0" y="3281504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090453" y="3091416"/>
              <a:ext cx="8061325" cy="847725"/>
            </a:xfrm>
            <a:custGeom>
              <a:avLst/>
              <a:gdLst/>
              <a:ahLst/>
              <a:cxnLst/>
              <a:rect l="l" t="t" r="r" b="b"/>
              <a:pathLst>
                <a:path w="8061325" h="847725">
                  <a:moveTo>
                    <a:pt x="8061030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061030" y="847432"/>
                  </a:lnTo>
                  <a:lnTo>
                    <a:pt x="8061030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188233" y="3189196"/>
              <a:ext cx="7865745" cy="652145"/>
            </a:xfrm>
            <a:custGeom>
              <a:avLst/>
              <a:gdLst/>
              <a:ahLst/>
              <a:cxnLst/>
              <a:rect l="l" t="t" r="r" b="b"/>
              <a:pathLst>
                <a:path w="7865744" h="652145">
                  <a:moveTo>
                    <a:pt x="7546950" y="0"/>
                  </a:moveTo>
                  <a:lnTo>
                    <a:pt x="318510" y="0"/>
                  </a:lnTo>
                  <a:lnTo>
                    <a:pt x="271619" y="3551"/>
                  </a:lnTo>
                  <a:lnTo>
                    <a:pt x="226805" y="13861"/>
                  </a:lnTo>
                  <a:lnTo>
                    <a:pt x="184572" y="30417"/>
                  </a:lnTo>
                  <a:lnTo>
                    <a:pt x="145422" y="52703"/>
                  </a:lnTo>
                  <a:lnTo>
                    <a:pt x="109860" y="80204"/>
                  </a:lnTo>
                  <a:lnTo>
                    <a:pt x="78388" y="112407"/>
                  </a:lnTo>
                  <a:lnTo>
                    <a:pt x="51510" y="148797"/>
                  </a:lnTo>
                  <a:lnTo>
                    <a:pt x="29729" y="188860"/>
                  </a:lnTo>
                  <a:lnTo>
                    <a:pt x="13548" y="232080"/>
                  </a:lnTo>
                  <a:lnTo>
                    <a:pt x="3471" y="277944"/>
                  </a:lnTo>
                  <a:lnTo>
                    <a:pt x="0" y="325936"/>
                  </a:lnTo>
                  <a:lnTo>
                    <a:pt x="3471" y="373934"/>
                  </a:lnTo>
                  <a:lnTo>
                    <a:pt x="13548" y="419801"/>
                  </a:lnTo>
                  <a:lnTo>
                    <a:pt x="29728" y="463023"/>
                  </a:lnTo>
                  <a:lnTo>
                    <a:pt x="51507" y="503085"/>
                  </a:lnTo>
                  <a:lnTo>
                    <a:pt x="78382" y="539475"/>
                  </a:lnTo>
                  <a:lnTo>
                    <a:pt x="109852" y="571676"/>
                  </a:lnTo>
                  <a:lnTo>
                    <a:pt x="145412" y="599176"/>
                  </a:lnTo>
                  <a:lnTo>
                    <a:pt x="184561" y="621460"/>
                  </a:lnTo>
                  <a:lnTo>
                    <a:pt x="226796" y="638014"/>
                  </a:lnTo>
                  <a:lnTo>
                    <a:pt x="271616" y="648323"/>
                  </a:lnTo>
                  <a:lnTo>
                    <a:pt x="318510" y="651874"/>
                  </a:lnTo>
                  <a:lnTo>
                    <a:pt x="7546950" y="651874"/>
                  </a:lnTo>
                  <a:lnTo>
                    <a:pt x="7593856" y="648323"/>
                  </a:lnTo>
                  <a:lnTo>
                    <a:pt x="7638679" y="638014"/>
                  </a:lnTo>
                  <a:lnTo>
                    <a:pt x="7680917" y="621460"/>
                  </a:lnTo>
                  <a:lnTo>
                    <a:pt x="7720068" y="599176"/>
                  </a:lnTo>
                  <a:lnTo>
                    <a:pt x="7755629" y="571676"/>
                  </a:lnTo>
                  <a:lnTo>
                    <a:pt x="7787098" y="539475"/>
                  </a:lnTo>
                  <a:lnTo>
                    <a:pt x="7813972" y="503085"/>
                  </a:lnTo>
                  <a:lnTo>
                    <a:pt x="7835749" y="463023"/>
                  </a:lnTo>
                  <a:lnTo>
                    <a:pt x="7851926" y="419801"/>
                  </a:lnTo>
                  <a:lnTo>
                    <a:pt x="7862000" y="373934"/>
                  </a:lnTo>
                  <a:lnTo>
                    <a:pt x="7865470" y="325936"/>
                  </a:lnTo>
                  <a:lnTo>
                    <a:pt x="7861999" y="277944"/>
                  </a:lnTo>
                  <a:lnTo>
                    <a:pt x="7851920" y="232080"/>
                  </a:lnTo>
                  <a:lnTo>
                    <a:pt x="7835737" y="188860"/>
                  </a:lnTo>
                  <a:lnTo>
                    <a:pt x="7813953" y="148797"/>
                  </a:lnTo>
                  <a:lnTo>
                    <a:pt x="7787073" y="112407"/>
                  </a:lnTo>
                  <a:lnTo>
                    <a:pt x="7755598" y="80204"/>
                  </a:lnTo>
                  <a:lnTo>
                    <a:pt x="7720033" y="52703"/>
                  </a:lnTo>
                  <a:lnTo>
                    <a:pt x="7680882" y="30417"/>
                  </a:lnTo>
                  <a:lnTo>
                    <a:pt x="7638648" y="13861"/>
                  </a:lnTo>
                  <a:lnTo>
                    <a:pt x="7593836" y="3551"/>
                  </a:lnTo>
                  <a:lnTo>
                    <a:pt x="7546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086191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3" y="524916"/>
                  </a:lnTo>
                  <a:lnTo>
                    <a:pt x="44343" y="566817"/>
                  </a:lnTo>
                  <a:lnTo>
                    <a:pt x="67785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6" y="726272"/>
                  </a:lnTo>
                  <a:lnTo>
                    <a:pt x="241113" y="745571"/>
                  </a:lnTo>
                  <a:lnTo>
                    <a:pt x="284480" y="759813"/>
                  </a:lnTo>
                  <a:lnTo>
                    <a:pt x="329906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9640365" y="3149701"/>
            <a:ext cx="2525395" cy="6813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110"/>
              </a:spcBef>
            </a:pPr>
            <a:r>
              <a:rPr sz="22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Амалга</a:t>
            </a:r>
            <a:r>
              <a:rPr sz="2200" b="1" spc="7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00" b="1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оширилган</a:t>
            </a:r>
            <a:endParaRPr sz="2200" b="1" dirty="0">
              <a:latin typeface="Microsoft Sans Serif" panose="020B0604020202020204"/>
              <a:cs typeface="Microsoft Sans Serif" panose="020B0604020202020204"/>
            </a:endParaRPr>
          </a:p>
          <a:p>
            <a:pPr marL="43180">
              <a:lnSpc>
                <a:spcPts val="2575"/>
              </a:lnSpc>
            </a:pPr>
            <a:r>
              <a:rPr sz="2200" b="1" spc="-10" dirty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Микролойиҳалар</a:t>
            </a:r>
            <a:endParaRPr sz="2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4073908" y="3306635"/>
            <a:ext cx="929640" cy="58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" sz="3750" b="1" spc="-4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3750" b="1" spc="-4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9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12490450" y="3180634"/>
            <a:ext cx="2467288" cy="657729"/>
            <a:chOff x="12418956" y="2985781"/>
            <a:chExt cx="2898140" cy="1086485"/>
          </a:xfrm>
        </p:grpSpPr>
        <p:sp>
          <p:nvSpPr>
            <p:cNvPr id="138" name="object 138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900189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2418956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19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2544326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4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552416" y="3119000"/>
              <a:ext cx="94679" cy="91856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5311991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681583" y="3419071"/>
              <a:ext cx="348350" cy="378179"/>
            </a:xfrm>
            <a:prstGeom prst="rect">
              <a:avLst/>
            </a:prstGeom>
          </p:spPr>
        </p:pic>
      </p:grpSp>
      <p:sp>
        <p:nvSpPr>
          <p:cNvPr id="145" name="object 145"/>
          <p:cNvSpPr txBox="1"/>
          <p:nvPr/>
        </p:nvSpPr>
        <p:spPr>
          <a:xfrm>
            <a:off x="13729568" y="3183591"/>
            <a:ext cx="135509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Микролойиҳа</a:t>
            </a:r>
            <a:r>
              <a:rPr sz="1200" spc="7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0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сони</a:t>
            </a:r>
            <a:endParaRPr sz="1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5809901" y="3290396"/>
            <a:ext cx="929640" cy="589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750" b="1" spc="-4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3750" b="1" spc="-4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9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5471007" y="3183591"/>
            <a:ext cx="13328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Янги иш 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ўринлари</a:t>
            </a:r>
            <a:endParaRPr sz="12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12650405" y="3217606"/>
            <a:ext cx="3108305" cy="606574"/>
            <a:chOff x="12652263" y="3222781"/>
            <a:chExt cx="3108305" cy="606574"/>
          </a:xfrm>
        </p:grpSpPr>
        <p:pic>
          <p:nvPicPr>
            <p:cNvPr id="149" name="object 14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652263" y="3222781"/>
              <a:ext cx="635908" cy="606574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393146" y="3408723"/>
              <a:ext cx="367422" cy="373008"/>
            </a:xfrm>
            <a:prstGeom prst="rect">
              <a:avLst/>
            </a:prstGeom>
          </p:spPr>
        </p:pic>
      </p:grpSp>
      <p:sp>
        <p:nvSpPr>
          <p:cNvPr id="166" name="object 166"/>
          <p:cNvSpPr txBox="1"/>
          <p:nvPr/>
        </p:nvSpPr>
        <p:spPr>
          <a:xfrm>
            <a:off x="9124581" y="4386209"/>
            <a:ext cx="3380475" cy="26545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45720" algn="ctr">
              <a:lnSpc>
                <a:spcPts val="1810"/>
              </a:lnSpc>
              <a:spcBef>
                <a:spcPts val="270"/>
              </a:spcBef>
            </a:pPr>
            <a:r>
              <a:rPr lang="en-US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uz-Cyrl-UZ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Озик овкат дўкони фаолияти</a:t>
            </a:r>
            <a:r>
              <a:rPr lang="en-US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endParaRPr sz="16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9159674" y="4379485"/>
            <a:ext cx="3380476" cy="0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2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 txBox="1"/>
          <p:nvPr/>
        </p:nvSpPr>
        <p:spPr>
          <a:xfrm>
            <a:off x="13224203" y="4485098"/>
            <a:ext cx="3848246" cy="26545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6525" marR="5080" indent="-124460" algn="ctr">
              <a:lnSpc>
                <a:spcPts val="1810"/>
              </a:lnSpc>
              <a:spcBef>
                <a:spcPts val="270"/>
              </a:spcBef>
            </a:pPr>
            <a:r>
              <a:rPr lang="uz-Cyrl-UZ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Дорихона фаолияти</a:t>
            </a:r>
            <a:endParaRPr sz="1600" b="1" dirty="0">
              <a:solidFill>
                <a:srgbClr val="3C2B98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76" name="object 176"/>
          <p:cNvSpPr/>
          <p:nvPr/>
        </p:nvSpPr>
        <p:spPr>
          <a:xfrm flipV="1">
            <a:off x="13532105" y="4378095"/>
            <a:ext cx="3351830" cy="45719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3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95" name="object 195"/>
          <p:cNvGrpSpPr/>
          <p:nvPr/>
        </p:nvGrpSpPr>
        <p:grpSpPr>
          <a:xfrm>
            <a:off x="441645" y="5051425"/>
            <a:ext cx="3971605" cy="2594873"/>
            <a:chOff x="2595733" y="5060236"/>
            <a:chExt cx="3971605" cy="2594873"/>
          </a:xfrm>
        </p:grpSpPr>
        <p:sp>
          <p:nvSpPr>
            <p:cNvPr id="203" name="object 203"/>
            <p:cNvSpPr/>
            <p:nvPr/>
          </p:nvSpPr>
          <p:spPr>
            <a:xfrm>
              <a:off x="6567338" y="5060236"/>
              <a:ext cx="0" cy="2216150"/>
            </a:xfrm>
            <a:custGeom>
              <a:avLst/>
              <a:gdLst/>
              <a:ahLst/>
              <a:cxnLst/>
              <a:rect l="l" t="t" r="r" b="b"/>
              <a:pathLst>
                <a:path h="2216150">
                  <a:moveTo>
                    <a:pt x="0" y="0"/>
                  </a:moveTo>
                  <a:lnTo>
                    <a:pt x="0" y="221586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4" name="object 20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584491" y="7348092"/>
              <a:ext cx="302418" cy="30701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595733" y="7399672"/>
              <a:ext cx="307199" cy="215900"/>
            </a:xfrm>
            <a:prstGeom prst="rect">
              <a:avLst/>
            </a:prstGeom>
          </p:spPr>
        </p:pic>
      </p:grpSp>
      <p:sp>
        <p:nvSpPr>
          <p:cNvPr id="206" name="object 206"/>
          <p:cNvSpPr txBox="1"/>
          <p:nvPr/>
        </p:nvSpPr>
        <p:spPr>
          <a:xfrm>
            <a:off x="835298" y="7320023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5">
              <a:lnSpc>
                <a:spcPct val="102000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маблағ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1995780" y="7282116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3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1696925" y="8689647"/>
            <a:ext cx="1105535" cy="673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" sz="43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43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20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978978" y="8209257"/>
            <a:ext cx="197485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МИКРОЛОЙИҲАЛАР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43" name="object 243"/>
          <p:cNvGrpSpPr/>
          <p:nvPr/>
        </p:nvGrpSpPr>
        <p:grpSpPr>
          <a:xfrm>
            <a:off x="3561102" y="8551864"/>
            <a:ext cx="13408025" cy="738505"/>
            <a:chOff x="3561102" y="8551864"/>
            <a:chExt cx="13408025" cy="738505"/>
          </a:xfrm>
        </p:grpSpPr>
        <p:sp>
          <p:nvSpPr>
            <p:cNvPr id="244" name="object 244"/>
            <p:cNvSpPr/>
            <p:nvPr/>
          </p:nvSpPr>
          <p:spPr>
            <a:xfrm>
              <a:off x="3565865" y="8556627"/>
              <a:ext cx="13398500" cy="0"/>
            </a:xfrm>
            <a:custGeom>
              <a:avLst/>
              <a:gdLst/>
              <a:ahLst/>
              <a:cxnLst/>
              <a:rect l="l" t="t" r="r" b="b"/>
              <a:pathLst>
                <a:path w="13398500">
                  <a:moveTo>
                    <a:pt x="2310932" y="0"/>
                  </a:moveTo>
                  <a:lnTo>
                    <a:pt x="0" y="0"/>
                  </a:lnTo>
                </a:path>
                <a:path w="13398500">
                  <a:moveTo>
                    <a:pt x="5082702" y="0"/>
                  </a:moveTo>
                  <a:lnTo>
                    <a:pt x="2771768" y="0"/>
                  </a:lnTo>
                </a:path>
                <a:path w="13398500">
                  <a:moveTo>
                    <a:pt x="7854472" y="0"/>
                  </a:moveTo>
                  <a:lnTo>
                    <a:pt x="5543538" y="0"/>
                  </a:lnTo>
                </a:path>
                <a:path w="13398500">
                  <a:moveTo>
                    <a:pt x="10626242" y="0"/>
                  </a:moveTo>
                  <a:lnTo>
                    <a:pt x="8315308" y="0"/>
                  </a:lnTo>
                </a:path>
                <a:path w="13398500">
                  <a:moveTo>
                    <a:pt x="13398011" y="0"/>
                  </a:moveTo>
                  <a:lnTo>
                    <a:pt x="11087078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5" name="object 24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693062" y="8874100"/>
              <a:ext cx="164332" cy="149338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3753474" y="8904931"/>
              <a:ext cx="53340" cy="101600"/>
            </a:xfrm>
            <a:custGeom>
              <a:avLst/>
              <a:gdLst/>
              <a:ahLst/>
              <a:cxnLst/>
              <a:rect l="l" t="t" r="r" b="b"/>
              <a:pathLst>
                <a:path w="53339" h="101600">
                  <a:moveTo>
                    <a:pt x="20426" y="0"/>
                  </a:moveTo>
                  <a:lnTo>
                    <a:pt x="20462" y="11656"/>
                  </a:lnTo>
                  <a:lnTo>
                    <a:pt x="16427" y="13455"/>
                  </a:lnTo>
                  <a:lnTo>
                    <a:pt x="12993" y="13106"/>
                  </a:lnTo>
                  <a:lnTo>
                    <a:pt x="4893" y="20220"/>
                  </a:lnTo>
                  <a:lnTo>
                    <a:pt x="1832" y="24555"/>
                  </a:lnTo>
                  <a:lnTo>
                    <a:pt x="953" y="30344"/>
                  </a:lnTo>
                  <a:lnTo>
                    <a:pt x="2693" y="43235"/>
                  </a:lnTo>
                  <a:lnTo>
                    <a:pt x="10344" y="51121"/>
                  </a:lnTo>
                  <a:lnTo>
                    <a:pt x="20273" y="55953"/>
                  </a:lnTo>
                  <a:lnTo>
                    <a:pt x="28846" y="59679"/>
                  </a:lnTo>
                  <a:lnTo>
                    <a:pt x="33983" y="62624"/>
                  </a:lnTo>
                  <a:lnTo>
                    <a:pt x="36000" y="67351"/>
                  </a:lnTo>
                  <a:lnTo>
                    <a:pt x="28634" y="76794"/>
                  </a:lnTo>
                  <a:lnTo>
                    <a:pt x="16877" y="75067"/>
                  </a:lnTo>
                  <a:lnTo>
                    <a:pt x="7948" y="71851"/>
                  </a:lnTo>
                  <a:lnTo>
                    <a:pt x="5137" y="70130"/>
                  </a:lnTo>
                  <a:lnTo>
                    <a:pt x="3467" y="69677"/>
                  </a:lnTo>
                  <a:lnTo>
                    <a:pt x="0" y="84134"/>
                  </a:lnTo>
                  <a:lnTo>
                    <a:pt x="5443" y="86694"/>
                  </a:lnTo>
                  <a:lnTo>
                    <a:pt x="12754" y="88739"/>
                  </a:lnTo>
                  <a:lnTo>
                    <a:pt x="16041" y="88973"/>
                  </a:lnTo>
                  <a:lnTo>
                    <a:pt x="19832" y="89462"/>
                  </a:lnTo>
                  <a:lnTo>
                    <a:pt x="19904" y="98729"/>
                  </a:lnTo>
                  <a:lnTo>
                    <a:pt x="31432" y="101202"/>
                  </a:lnTo>
                  <a:lnTo>
                    <a:pt x="31511" y="88365"/>
                  </a:lnTo>
                  <a:lnTo>
                    <a:pt x="38427" y="86400"/>
                  </a:lnTo>
                  <a:lnTo>
                    <a:pt x="44337" y="82703"/>
                  </a:lnTo>
                  <a:lnTo>
                    <a:pt x="48826" y="77580"/>
                  </a:lnTo>
                  <a:lnTo>
                    <a:pt x="51480" y="71340"/>
                  </a:lnTo>
                  <a:lnTo>
                    <a:pt x="52740" y="66055"/>
                  </a:lnTo>
                  <a:lnTo>
                    <a:pt x="52214" y="59453"/>
                  </a:lnTo>
                  <a:lnTo>
                    <a:pt x="24145" y="38703"/>
                  </a:lnTo>
                  <a:lnTo>
                    <a:pt x="17928" y="35805"/>
                  </a:lnTo>
                  <a:lnTo>
                    <a:pt x="19523" y="25429"/>
                  </a:lnTo>
                  <a:lnTo>
                    <a:pt x="25532" y="24422"/>
                  </a:lnTo>
                  <a:lnTo>
                    <a:pt x="37313" y="25181"/>
                  </a:lnTo>
                  <a:lnTo>
                    <a:pt x="40190" y="26937"/>
                  </a:lnTo>
                  <a:lnTo>
                    <a:pt x="45331" y="28911"/>
                  </a:lnTo>
                  <a:lnTo>
                    <a:pt x="46194" y="27412"/>
                  </a:lnTo>
                  <a:lnTo>
                    <a:pt x="48906" y="14842"/>
                  </a:lnTo>
                  <a:lnTo>
                    <a:pt x="46426" y="14169"/>
                  </a:lnTo>
                  <a:lnTo>
                    <a:pt x="44042" y="12866"/>
                  </a:lnTo>
                  <a:lnTo>
                    <a:pt x="37825" y="11343"/>
                  </a:lnTo>
                  <a:lnTo>
                    <a:pt x="35111" y="11332"/>
                  </a:lnTo>
                  <a:lnTo>
                    <a:pt x="31913" y="10845"/>
                  </a:lnTo>
                  <a:lnTo>
                    <a:pt x="31932" y="2955"/>
                  </a:lnTo>
                  <a:lnTo>
                    <a:pt x="20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632144" y="9000013"/>
              <a:ext cx="107302" cy="35902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738164" y="8696046"/>
              <a:ext cx="102600" cy="47776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969251" y="9049902"/>
              <a:ext cx="75665" cy="34113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776065" y="9049869"/>
              <a:ext cx="80097" cy="34138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680762" y="9049899"/>
              <a:ext cx="80373" cy="34412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870921" y="9049877"/>
              <a:ext cx="83465" cy="34121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631853" y="8750890"/>
              <a:ext cx="461708" cy="285044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632169" y="9098351"/>
              <a:ext cx="460414" cy="176926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655822" y="9098879"/>
              <a:ext cx="191097" cy="144358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381369" y="8763602"/>
              <a:ext cx="518285" cy="526279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2051110" y="8758939"/>
              <a:ext cx="528894" cy="506008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4731403" y="8763602"/>
              <a:ext cx="518285" cy="526279"/>
            </a:xfrm>
            <a:prstGeom prst="rect">
              <a:avLst/>
            </a:prstGeom>
          </p:spPr>
        </p:pic>
      </p:grpSp>
      <p:sp>
        <p:nvSpPr>
          <p:cNvPr id="259" name="object 259"/>
          <p:cNvSpPr txBox="1"/>
          <p:nvPr/>
        </p:nvSpPr>
        <p:spPr>
          <a:xfrm>
            <a:off x="3562906" y="8209257"/>
            <a:ext cx="23571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18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АЖРАТИЛАДИГАН</a:t>
            </a:r>
            <a:r>
              <a:rPr sz="1600" b="1" spc="-2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3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КРЕДИТ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6256343" y="7912999"/>
            <a:ext cx="7979409" cy="5386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 dirty="0">
              <a:latin typeface="Tahoma" panose="020B0604030504040204"/>
              <a:cs typeface="Tahoma" panose="020B0604030504040204"/>
            </a:endParaRPr>
          </a:p>
          <a:p>
            <a:pPr marL="93345">
              <a:lnSpc>
                <a:spcPct val="100000"/>
              </a:lnSpc>
              <a:tabLst>
                <a:tab pos="3089275" algn="l"/>
                <a:tab pos="5738495" algn="l"/>
              </a:tabLst>
            </a:pPr>
            <a:r>
              <a:rPr sz="1600" b="1" spc="-1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БАНДЛИКНИ</a:t>
            </a:r>
            <a:r>
              <a:rPr sz="1600" b="1" spc="2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ТАЪМИНЛАШ</a:t>
            </a:r>
            <a:r>
              <a:rPr sz="1600" b="1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ҚЎШИМЧА</a:t>
            </a:r>
            <a:r>
              <a:rPr sz="1600" b="1" spc="-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ДАРОМАД</a:t>
            </a:r>
            <a:r>
              <a:rPr sz="1600" b="1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5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ТАДБИРКОРЛАР</a:t>
            </a:r>
            <a:r>
              <a:rPr sz="1600" b="1" spc="-3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СОНИ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14837824" y="8209257"/>
            <a:ext cx="204978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3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ЯНГИ</a:t>
            </a:r>
            <a:r>
              <a:rPr sz="1600" b="1" spc="-7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БЎШ</a:t>
            </a:r>
            <a:r>
              <a:rPr sz="1600" b="1" spc="-6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ИШ</a:t>
            </a:r>
            <a:r>
              <a:rPr sz="1600" b="1" spc="-6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2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ЎРНИ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4167141" y="8725929"/>
            <a:ext cx="924737" cy="550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500" b="1" spc="-2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endParaRPr sz="4000" dirty="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3" name="object 263"/>
          <p:cNvSpPr txBox="1"/>
          <p:nvPr/>
        </p:nvSpPr>
        <p:spPr>
          <a:xfrm>
            <a:off x="5056558" y="8727766"/>
            <a:ext cx="7867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1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млрд.</a:t>
            </a:r>
            <a:endParaRPr sz="21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5136150" y="8971144"/>
            <a:ext cx="5073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2150" dirty="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268" name="object 268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9121213" y="8775147"/>
            <a:ext cx="461785" cy="549044"/>
          </a:xfrm>
          <a:prstGeom prst="rect">
            <a:avLst/>
          </a:prstGeom>
        </p:spPr>
      </p:pic>
      <p:sp>
        <p:nvSpPr>
          <p:cNvPr id="269" name="object 105"/>
          <p:cNvSpPr txBox="1"/>
          <p:nvPr/>
        </p:nvSpPr>
        <p:spPr>
          <a:xfrm>
            <a:off x="5312873" y="320832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01.04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ru-RU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5</a:t>
            </a:r>
            <a:r>
              <a:rPr sz="1200" spc="9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ҳолатига</a:t>
            </a:r>
            <a:endParaRPr sz="1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38" name="object 206"/>
          <p:cNvSpPr txBox="1"/>
          <p:nvPr/>
        </p:nvSpPr>
        <p:spPr>
          <a:xfrm>
            <a:off x="2802806" y="731415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бўлган аҳоли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39" name="object 206"/>
          <p:cNvSpPr txBox="1"/>
          <p:nvPr/>
        </p:nvSpPr>
        <p:spPr>
          <a:xfrm>
            <a:off x="4878942" y="729527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5">
              <a:lnSpc>
                <a:spcPct val="102000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маблағ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40" name="object 207"/>
          <p:cNvSpPr txBox="1"/>
          <p:nvPr/>
        </p:nvSpPr>
        <p:spPr>
          <a:xfrm>
            <a:off x="6214546" y="7256333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3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74" name="object 206"/>
          <p:cNvSpPr txBox="1"/>
          <p:nvPr/>
        </p:nvSpPr>
        <p:spPr>
          <a:xfrm>
            <a:off x="7167008" y="728610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бўлган аҳоли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277" name="object 205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511277" y="7397854"/>
            <a:ext cx="307199" cy="215900"/>
          </a:xfrm>
          <a:prstGeom prst="rect">
            <a:avLst/>
          </a:prstGeom>
        </p:spPr>
      </p:pic>
      <p:pic>
        <p:nvPicPr>
          <p:cNvPr id="278" name="object 20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747427" y="7343242"/>
            <a:ext cx="302418" cy="307017"/>
          </a:xfrm>
          <a:prstGeom prst="rect">
            <a:avLst/>
          </a:prstGeom>
        </p:spPr>
      </p:pic>
      <p:sp>
        <p:nvSpPr>
          <p:cNvPr id="279" name="object 260"/>
          <p:cNvSpPr txBox="1"/>
          <p:nvPr/>
        </p:nvSpPr>
        <p:spPr>
          <a:xfrm>
            <a:off x="5531719" y="7849723"/>
            <a:ext cx="7979409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ЙИЛ</a:t>
            </a:r>
            <a:r>
              <a:rPr sz="1800" spc="16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ЯКУНИГА</a:t>
            </a:r>
            <a:r>
              <a:rPr sz="1800" spc="165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ҚАДАР</a:t>
            </a:r>
            <a:r>
              <a:rPr sz="1800" spc="16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КУТИЛАЁТГАН</a:t>
            </a:r>
            <a:r>
              <a:rPr sz="1800" b="1" spc="15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1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НАТИЖАЛА</a:t>
            </a:r>
            <a:r>
              <a:rPr lang="en-US" sz="1800" b="1" spc="-1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Р</a:t>
            </a:r>
            <a:endParaRPr sz="18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0" name="object 178"/>
          <p:cNvSpPr txBox="1"/>
          <p:nvPr/>
        </p:nvSpPr>
        <p:spPr>
          <a:xfrm>
            <a:off x="14381861" y="4860009"/>
            <a:ext cx="2509210" cy="3962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en-US" sz="11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Банк</a:t>
            </a:r>
            <a:endParaRPr lang="en-US" sz="1150" dirty="0">
              <a:solidFill>
                <a:schemeClr val="tx2"/>
              </a:solidFill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кредити</a:t>
            </a:r>
            <a:r>
              <a:rPr sz="1150" spc="459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ru-RU" sz="4125" b="1" spc="459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lang="ru-RU" sz="4125" b="1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,0</a:t>
            </a:r>
            <a:r>
              <a:rPr sz="4125" b="1" spc="-30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5" baseline="2000" dirty="0">
                <a:solidFill>
                  <a:schemeClr val="tx2"/>
                </a:solidFill>
                <a:latin typeface="Microsoft Sans Serif" panose="020B0604020202020204"/>
                <a:cs typeface="Microsoft Sans Serif" panose="020B0604020202020204"/>
              </a:rPr>
              <a:t>млн</a:t>
            </a:r>
            <a:r>
              <a:rPr sz="1950" spc="-15" baseline="2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.сўм</a:t>
            </a:r>
            <a:endParaRPr sz="1950" baseline="2000" dirty="0"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1" name="object 179"/>
          <p:cNvSpPr txBox="1"/>
          <p:nvPr/>
        </p:nvSpPr>
        <p:spPr>
          <a:xfrm>
            <a:off x="14386085" y="5334669"/>
            <a:ext cx="484824" cy="188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2" name="object 180"/>
          <p:cNvSpPr txBox="1"/>
          <p:nvPr/>
        </p:nvSpPr>
        <p:spPr>
          <a:xfrm>
            <a:off x="14395677" y="5301614"/>
            <a:ext cx="2338416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1035" algn="l"/>
              </a:tabLst>
            </a:pPr>
            <a:r>
              <a:rPr sz="11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r>
              <a:rPr sz="11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ru-RU" sz="2800" b="1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2</a:t>
            </a:r>
            <a:r>
              <a:rPr sz="4125" b="1" spc="37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5" baseline="2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950" baseline="20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283" name="object 181"/>
          <p:cNvGrpSpPr/>
          <p:nvPr/>
        </p:nvGrpSpPr>
        <p:grpSpPr>
          <a:xfrm>
            <a:off x="13445328" y="5287287"/>
            <a:ext cx="3334135" cy="479113"/>
            <a:chOff x="9312472" y="5395204"/>
            <a:chExt cx="2129374" cy="344038"/>
          </a:xfrm>
        </p:grpSpPr>
        <p:pic>
          <p:nvPicPr>
            <p:cNvPr id="284" name="object 18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85" name="object 183"/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6" name="object 177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3495331" y="4828342"/>
            <a:ext cx="346563" cy="308749"/>
          </a:xfrm>
          <a:prstGeom prst="rect">
            <a:avLst/>
          </a:prstGeom>
        </p:spPr>
      </p:pic>
      <p:sp>
        <p:nvSpPr>
          <p:cNvPr id="287" name="object 178"/>
          <p:cNvSpPr txBox="1"/>
          <p:nvPr/>
        </p:nvSpPr>
        <p:spPr>
          <a:xfrm>
            <a:off x="9966273" y="4915902"/>
            <a:ext cx="2509210" cy="3962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en-US" sz="1150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Банк</a:t>
            </a:r>
            <a:endParaRPr lang="en-US" sz="1150" dirty="0">
              <a:solidFill>
                <a:schemeClr val="tx2"/>
              </a:solidFill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кредити</a:t>
            </a:r>
            <a:r>
              <a:rPr sz="1150" spc="459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4125" b="1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15</a:t>
            </a:r>
            <a:r>
              <a:rPr sz="4125" b="1" spc="-30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5" baseline="2000" dirty="0" err="1">
                <a:solidFill>
                  <a:schemeClr val="tx2"/>
                </a:solidFill>
                <a:latin typeface="Microsoft Sans Serif" panose="020B0604020202020204"/>
                <a:cs typeface="Microsoft Sans Serif" panose="020B0604020202020204"/>
              </a:rPr>
              <a:t>млн.сўм</a:t>
            </a:r>
            <a:endParaRPr sz="1950" baseline="2000" dirty="0">
              <a:solidFill>
                <a:schemeClr val="tx2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8" name="object 179"/>
          <p:cNvSpPr txBox="1"/>
          <p:nvPr/>
        </p:nvSpPr>
        <p:spPr>
          <a:xfrm>
            <a:off x="9966273" y="5301614"/>
            <a:ext cx="2084837" cy="5706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150" spc="-2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r>
              <a:rPr lang="en-US" sz="11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1150" spc="-2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r>
              <a:rPr lang="en-US" sz="11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uz-Cyrl-UZ" sz="3600" b="1" spc="-20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lang="en-US" sz="2800" b="1" spc="37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sz="11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нафар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290" name="object 181"/>
          <p:cNvGrpSpPr/>
          <p:nvPr/>
        </p:nvGrpSpPr>
        <p:grpSpPr>
          <a:xfrm>
            <a:off x="9307851" y="5269124"/>
            <a:ext cx="3334135" cy="479113"/>
            <a:chOff x="9312472" y="5395204"/>
            <a:chExt cx="2129374" cy="344038"/>
          </a:xfrm>
        </p:grpSpPr>
        <p:pic>
          <p:nvPicPr>
            <p:cNvPr id="291" name="object 18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92" name="object 183"/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3" name="object 177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9361823" y="4909844"/>
            <a:ext cx="346563" cy="308749"/>
          </a:xfrm>
          <a:prstGeom prst="rect">
            <a:avLst/>
          </a:prstGeom>
        </p:spPr>
      </p:pic>
      <p:sp>
        <p:nvSpPr>
          <p:cNvPr id="222" name="object 35"/>
          <p:cNvSpPr txBox="1"/>
          <p:nvPr/>
        </p:nvSpPr>
        <p:spPr>
          <a:xfrm>
            <a:off x="10309292" y="1788237"/>
            <a:ext cx="2013746" cy="485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altLang="ru-RU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lang="ru-RU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r>
              <a:rPr lang="en-US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    </a:t>
            </a:r>
            <a:r>
              <a:rPr lang="en-US" sz="3050" b="1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12</a:t>
            </a:r>
            <a:r>
              <a:rPr lang="ru-RU" sz="240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21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23" name="object 35"/>
          <p:cNvSpPr txBox="1"/>
          <p:nvPr/>
        </p:nvSpPr>
        <p:spPr>
          <a:xfrm>
            <a:off x="12549488" y="1780179"/>
            <a:ext cx="2013746" cy="485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4</a:t>
            </a:r>
            <a:r>
              <a:rPr lang="ru-RU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r>
              <a:rPr lang="en-US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     </a:t>
            </a:r>
            <a:r>
              <a:rPr lang="en-US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11</a:t>
            </a:r>
            <a:r>
              <a:rPr lang="ru-RU" sz="240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</a:t>
            </a:r>
            <a:endParaRPr sz="21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24" name="object 126"/>
          <p:cNvSpPr txBox="1"/>
          <p:nvPr/>
        </p:nvSpPr>
        <p:spPr>
          <a:xfrm>
            <a:off x="4308363" y="4311290"/>
            <a:ext cx="986818" cy="474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000" b="1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100,0</a:t>
            </a:r>
            <a:endParaRPr lang="en-US" sz="3000" b="1" dirty="0">
              <a:solidFill>
                <a:schemeClr val="tx2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5" name="object 128"/>
          <p:cNvSpPr txBox="1"/>
          <p:nvPr/>
        </p:nvSpPr>
        <p:spPr>
          <a:xfrm>
            <a:off x="2459671" y="4543105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26" name="object 128"/>
          <p:cNvSpPr txBox="1"/>
          <p:nvPr/>
        </p:nvSpPr>
        <p:spPr>
          <a:xfrm>
            <a:off x="5217896" y="4517417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5" name="Picture 4"/>
          <p:cNvPicPr/>
          <p:nvPr/>
        </p:nvPicPr>
        <p:blipFill>
          <a:blip r:embed="rId47"/>
          <a:stretch>
            <a:fillRect/>
          </a:stretch>
        </p:blipFill>
        <p:spPr>
          <a:xfrm>
            <a:off x="298450" y="22225"/>
            <a:ext cx="3799205" cy="1171575"/>
          </a:xfrm>
          <a:prstGeom prst="rect">
            <a:avLst/>
          </a:prstGeom>
        </p:spPr>
      </p:pic>
      <p:sp>
        <p:nvSpPr>
          <p:cNvPr id="217" name="object 266">
            <a:extLst>
              <a:ext uri="{FF2B5EF4-FFF2-40B4-BE49-F238E27FC236}">
                <a16:creationId xmlns:a16="http://schemas.microsoft.com/office/drawing/2014/main" id="{E7F881FF-D2DD-40A8-8A40-BFEEE91CD5D4}"/>
              </a:ext>
            </a:extLst>
          </p:cNvPr>
          <p:cNvSpPr txBox="1"/>
          <p:nvPr/>
        </p:nvSpPr>
        <p:spPr>
          <a:xfrm>
            <a:off x="15657898" y="8681407"/>
            <a:ext cx="1105535" cy="715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uz-Cyrl-UZ" sz="4500" b="1" dirty="0">
                <a:solidFill>
                  <a:srgbClr val="273B6F"/>
                </a:solidFill>
                <a:latin typeface="Arial"/>
                <a:cs typeface="Arial"/>
              </a:rPr>
              <a:t>11</a:t>
            </a:r>
            <a:r>
              <a:rPr sz="4500" b="1" spc="-3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7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18" name="object 267">
            <a:extLst>
              <a:ext uri="{FF2B5EF4-FFF2-40B4-BE49-F238E27FC236}">
                <a16:creationId xmlns:a16="http://schemas.microsoft.com/office/drawing/2014/main" id="{79C9DDD0-67D6-4C3F-9801-885355A57C65}"/>
              </a:ext>
            </a:extLst>
          </p:cNvPr>
          <p:cNvSpPr txBox="1"/>
          <p:nvPr/>
        </p:nvSpPr>
        <p:spPr>
          <a:xfrm>
            <a:off x="9913219" y="8689647"/>
            <a:ext cx="4216400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9400" algn="l"/>
              </a:tabLst>
            </a:pPr>
            <a:r>
              <a:rPr lang="uz-Cyrl-UZ" sz="4300" b="1" dirty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300" b="1" spc="-4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r>
              <a:rPr sz="3000" spc="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3000" spc="-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ОИЛА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4300" b="1" baseline="1388" dirty="0">
                <a:solidFill>
                  <a:srgbClr val="273B6F"/>
                </a:solidFill>
                <a:latin typeface="Arial"/>
                <a:cs typeface="Arial"/>
              </a:rPr>
              <a:t>25</a:t>
            </a:r>
            <a:r>
              <a:rPr sz="4300" b="1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220" name="object 265">
            <a:extLst>
              <a:ext uri="{FF2B5EF4-FFF2-40B4-BE49-F238E27FC236}">
                <a16:creationId xmlns:a16="http://schemas.microsoft.com/office/drawing/2014/main" id="{81AD687D-A1CD-4312-A796-6B30FC986D00}"/>
              </a:ext>
            </a:extLst>
          </p:cNvPr>
          <p:cNvSpPr txBox="1"/>
          <p:nvPr/>
        </p:nvSpPr>
        <p:spPr>
          <a:xfrm>
            <a:off x="7008196" y="8654439"/>
            <a:ext cx="1882460" cy="7085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uz-Cyrl-UZ" sz="3500" b="1" spc="-310" dirty="0">
                <a:solidFill>
                  <a:srgbClr val="273B6F"/>
                </a:solidFill>
                <a:latin typeface="Arial"/>
                <a:cs typeface="Arial"/>
              </a:rPr>
              <a:t>40</a:t>
            </a:r>
            <a:r>
              <a:rPr sz="4500" b="1" spc="-3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135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27" name="object 262">
            <a:extLst>
              <a:ext uri="{FF2B5EF4-FFF2-40B4-BE49-F238E27FC236}">
                <a16:creationId xmlns:a16="http://schemas.microsoft.com/office/drawing/2014/main" id="{EBEF49BD-4A3A-4780-99A6-CCDB8AC0EE81}"/>
              </a:ext>
            </a:extLst>
          </p:cNvPr>
          <p:cNvSpPr txBox="1"/>
          <p:nvPr/>
        </p:nvSpPr>
        <p:spPr>
          <a:xfrm>
            <a:off x="4167141" y="8725929"/>
            <a:ext cx="92473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3500" b="1" spc="-2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lang="uz-Cyrl-UZ" sz="4000" b="1" spc="-25" dirty="0">
                <a:solidFill>
                  <a:srgbClr val="273B6F"/>
                </a:solidFill>
                <a:latin typeface="Arial"/>
                <a:cs typeface="Arial"/>
              </a:rPr>
              <a:t>1,5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229" name="object 208">
            <a:extLst>
              <a:ext uri="{FF2B5EF4-FFF2-40B4-BE49-F238E27FC236}">
                <a16:creationId xmlns:a16="http://schemas.microsoft.com/office/drawing/2014/main" id="{09879F13-81FF-4BFC-A877-45A012EBF41C}"/>
              </a:ext>
            </a:extLst>
          </p:cNvPr>
          <p:cNvSpPr txBox="1"/>
          <p:nvPr/>
        </p:nvSpPr>
        <p:spPr>
          <a:xfrm>
            <a:off x="1435783" y="7275794"/>
            <a:ext cx="1069376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</a:t>
            </a:r>
            <a:r>
              <a:rPr lang="en-US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15</a:t>
            </a:r>
            <a:r>
              <a:rPr sz="3900" b="1" spc="-630" baseline="2136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30" name="object 209">
            <a:extLst>
              <a:ext uri="{FF2B5EF4-FFF2-40B4-BE49-F238E27FC236}">
                <a16:creationId xmlns:a16="http://schemas.microsoft.com/office/drawing/2014/main" id="{F8D82612-1DFB-4494-A01A-AB230549D3D1}"/>
              </a:ext>
            </a:extLst>
          </p:cNvPr>
          <p:cNvSpPr txBox="1"/>
          <p:nvPr/>
        </p:nvSpPr>
        <p:spPr>
          <a:xfrm>
            <a:off x="3612390" y="7284029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2600" b="1" spc="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31" name="object 208">
            <a:extLst>
              <a:ext uri="{FF2B5EF4-FFF2-40B4-BE49-F238E27FC236}">
                <a16:creationId xmlns:a16="http://schemas.microsoft.com/office/drawing/2014/main" id="{F52723B5-745C-4EF6-8B9C-758DFB994574}"/>
              </a:ext>
            </a:extLst>
          </p:cNvPr>
          <p:cNvSpPr txBox="1"/>
          <p:nvPr/>
        </p:nvSpPr>
        <p:spPr>
          <a:xfrm>
            <a:off x="5656355" y="7082777"/>
            <a:ext cx="834691" cy="62324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</a:t>
            </a:r>
            <a:r>
              <a:rPr lang="en-US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1</a:t>
            </a: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7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32" name="object 209">
            <a:extLst>
              <a:ext uri="{FF2B5EF4-FFF2-40B4-BE49-F238E27FC236}">
                <a16:creationId xmlns:a16="http://schemas.microsoft.com/office/drawing/2014/main" id="{017F5278-5E10-4A91-953D-F92107D6160D}"/>
              </a:ext>
            </a:extLst>
          </p:cNvPr>
          <p:cNvSpPr txBox="1"/>
          <p:nvPr/>
        </p:nvSpPr>
        <p:spPr>
          <a:xfrm>
            <a:off x="7998725" y="7217475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2600" b="1" spc="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33" name="object 35">
            <a:extLst>
              <a:ext uri="{FF2B5EF4-FFF2-40B4-BE49-F238E27FC236}">
                <a16:creationId xmlns:a16="http://schemas.microsoft.com/office/drawing/2014/main" id="{BD80B3D7-BC8F-4552-AB20-4531A4E694D7}"/>
              </a:ext>
            </a:extLst>
          </p:cNvPr>
          <p:cNvSpPr txBox="1"/>
          <p:nvPr/>
        </p:nvSpPr>
        <p:spPr>
          <a:xfrm>
            <a:off x="8091662" y="1773819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14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2100" dirty="0">
              <a:latin typeface="Microsoft Sans Serif"/>
              <a:cs typeface="Microsoft Sans Serif"/>
            </a:endParaRPr>
          </a:p>
        </p:txBody>
      </p:sp>
      <p:pic>
        <p:nvPicPr>
          <p:cNvPr id="1028" name="Picture 4" descr="Modern Technology: Definition, Examples, and Applications - Tech Quintal">
            <a:extLst>
              <a:ext uri="{FF2B5EF4-FFF2-40B4-BE49-F238E27FC236}">
                <a16:creationId xmlns:a16="http://schemas.microsoft.com/office/drawing/2014/main" id="{28D088AE-854A-5228-DF95-ED2D4EF7B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38" y="5264183"/>
            <a:ext cx="3657117" cy="1800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etodik ta'minlash platformasi">
            <a:extLst>
              <a:ext uri="{FF2B5EF4-FFF2-40B4-BE49-F238E27FC236}">
                <a16:creationId xmlns:a16="http://schemas.microsoft.com/office/drawing/2014/main" id="{1291D0A0-CC7E-7C85-409D-5FA1E5DEE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8476" y="5245493"/>
            <a:ext cx="3702554" cy="1726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3403C04-1A48-9C54-68D5-260F598EA816}"/>
              </a:ext>
            </a:extLst>
          </p:cNvPr>
          <p:cNvSpPr txBox="1"/>
          <p:nvPr/>
        </p:nvSpPr>
        <p:spPr>
          <a:xfrm>
            <a:off x="9117006" y="3955390"/>
            <a:ext cx="8756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z-Cyrl-UZ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"XALQ RETAIL" MCHJ </a:t>
            </a:r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   </a:t>
            </a:r>
            <a:r>
              <a:rPr lang="uz-Cyrl-UZ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                         </a:t>
            </a:r>
            <a:r>
              <a:rPr lang="uz-Cyrl-UZ" sz="1800" b="1" dirty="0"/>
              <a:t>“VITAL FARM” </a:t>
            </a:r>
            <a:r>
              <a:rPr lang="en-US" b="1" dirty="0"/>
              <a:t>MCHJ</a:t>
            </a:r>
            <a:r>
              <a:rPr lang="en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                        </a:t>
            </a:r>
            <a:endParaRPr lang="ru-RU" dirty="0"/>
          </a:p>
        </p:txBody>
      </p:sp>
      <p:pic>
        <p:nvPicPr>
          <p:cNvPr id="1026" name="Picture 2" descr="Vaqtincha ishlamayapti: Dorixona +03, dorixona, Toshkent, Sergeli tumani,  Sergeli-VIIIa dahasi, 13 — Yandex Maps">
            <a:extLst>
              <a:ext uri="{FF2B5EF4-FFF2-40B4-BE49-F238E27FC236}">
                <a16:creationId xmlns:a16="http://schemas.microsoft.com/office/drawing/2014/main" id="{C40D388C-58DD-2CA5-D3EE-F60E8D197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0946" y="5821022"/>
            <a:ext cx="3161503" cy="162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Picture 4" descr="Foto: Oziq-ovqatlar do'koni, oziq-ovqat do'koni, Fargʻona, Ibn Sino mahalla  fuqarolar yigʻini, Yangi Asr koʻchasi, 204 – Yandex Maps">
            <a:extLst>
              <a:ext uri="{FF2B5EF4-FFF2-40B4-BE49-F238E27FC236}">
                <a16:creationId xmlns:a16="http://schemas.microsoft.com/office/drawing/2014/main" id="{305356D8-CEFC-CCDC-1121-B6CE8337A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2056" y="5773615"/>
            <a:ext cx="3193269" cy="162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263</Words>
  <Application>Microsoft Office PowerPoint</Application>
  <PresentationFormat>Произвольный</PresentationFormat>
  <Paragraphs>87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Microsoft Sans Serif</vt:lpstr>
      <vt:lpstr>Sans Serif Collection</vt:lpstr>
      <vt:lpstr>Tahoma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d.majidov</dc:creator>
  <cp:lastModifiedBy>Пользователь</cp:lastModifiedBy>
  <cp:revision>55</cp:revision>
  <cp:lastPrinted>2025-11-22T15:16:00Z</cp:lastPrinted>
  <dcterms:created xsi:type="dcterms:W3CDTF">2025-11-21T17:17:00Z</dcterms:created>
  <dcterms:modified xsi:type="dcterms:W3CDTF">2026-05-12T07:45:36Z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2025-11-21T10:00:00Z</vt:filetime>
  </property>
  <property fmtid="{D5CDD505-2E9C-101B-9397-08002B2CF9AE}" pid="3" name="LastSaved">
    <vt:filetime>2025-11-21T10:00:00Z</vt:filetime>
  </property>
  <property fmtid="{D5CDD505-2E9C-101B-9397-08002B2CF9AE}" pid="4" name="Producer">
    <vt:lpwstr>iLovePDF</vt:lpwstr>
  </property>
  <property fmtid="{D5CDD505-2E9C-101B-9397-08002B2CF9AE}" pid="5" name="KSOProductBuildVer">
    <vt:lpwstr>1033-12.1.0.25242</vt:lpwstr>
  </property>
  <property fmtid="{D5CDD505-2E9C-101B-9397-08002B2CF9AE}" pid="6" name="ICV">
    <vt:lpwstr>164DCF806CA143FB9A0EE979FEEED7BF_13</vt:lpwstr>
  </property>
</Properties>
</file>