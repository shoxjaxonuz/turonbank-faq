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513300" cy="9950450"/>
  <p:notesSz cx="9865995" cy="673544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210" y="852"/>
      </p:cViewPr>
      <p:guideLst>
        <p:guide orient="horz" pos="2897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2" Type="http://schemas.openxmlformats.org/officeDocument/2006/relationships/notesSlide" Target="../notesSlides/notesSlide1.xml"/><Relationship Id="rId51" Type="http://schemas.openxmlformats.org/officeDocument/2006/relationships/slideLayout" Target="../slideLayouts/slideLayout5.xml"/><Relationship Id="rId50" Type="http://schemas.openxmlformats.org/officeDocument/2006/relationships/image" Target="../media/image51.png"/><Relationship Id="rId5" Type="http://schemas.openxmlformats.org/officeDocument/2006/relationships/image" Target="../media/image6.png"/><Relationship Id="rId49" Type="http://schemas.openxmlformats.org/officeDocument/2006/relationships/image" Target="../media/image50.png"/><Relationship Id="rId48" Type="http://schemas.openxmlformats.org/officeDocument/2006/relationships/image" Target="../media/image49.png"/><Relationship Id="rId47" Type="http://schemas.openxmlformats.org/officeDocument/2006/relationships/image" Target="../media/image48.jpeg"/><Relationship Id="rId46" Type="http://schemas.openxmlformats.org/officeDocument/2006/relationships/image" Target="../media/image47.png"/><Relationship Id="rId45" Type="http://schemas.openxmlformats.org/officeDocument/2006/relationships/image" Target="../media/image46.png"/><Relationship Id="rId44" Type="http://schemas.openxmlformats.org/officeDocument/2006/relationships/image" Target="../media/image45.png"/><Relationship Id="rId43" Type="http://schemas.openxmlformats.org/officeDocument/2006/relationships/image" Target="../media/image44.png"/><Relationship Id="rId42" Type="http://schemas.openxmlformats.org/officeDocument/2006/relationships/image" Target="../media/image43.png"/><Relationship Id="rId41" Type="http://schemas.openxmlformats.org/officeDocument/2006/relationships/image" Target="../media/image42.png"/><Relationship Id="rId40" Type="http://schemas.openxmlformats.org/officeDocument/2006/relationships/image" Target="../media/image41.png"/><Relationship Id="rId4" Type="http://schemas.openxmlformats.org/officeDocument/2006/relationships/image" Target="../media/image5.png"/><Relationship Id="rId39" Type="http://schemas.openxmlformats.org/officeDocument/2006/relationships/image" Target="../media/image40.png"/><Relationship Id="rId38" Type="http://schemas.openxmlformats.org/officeDocument/2006/relationships/image" Target="../media/image39.png"/><Relationship Id="rId37" Type="http://schemas.openxmlformats.org/officeDocument/2006/relationships/image" Target="../media/image38.png"/><Relationship Id="rId36" Type="http://schemas.openxmlformats.org/officeDocument/2006/relationships/image" Target="../media/image37.png"/><Relationship Id="rId35" Type="http://schemas.openxmlformats.org/officeDocument/2006/relationships/image" Target="../media/image36.png"/><Relationship Id="rId34" Type="http://schemas.openxmlformats.org/officeDocument/2006/relationships/image" Target="../media/image35.png"/><Relationship Id="rId33" Type="http://schemas.openxmlformats.org/officeDocument/2006/relationships/image" Target="../media/image34.png"/><Relationship Id="rId32" Type="http://schemas.openxmlformats.org/officeDocument/2006/relationships/image" Target="../media/image33.png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4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201" y="206135"/>
            <a:ext cx="13677265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3150" spc="-4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МИРЗО УЛУҒБЕК </a:t>
            </a:r>
            <a:r>
              <a:rPr sz="3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ТУМАНИ</a:t>
            </a:r>
            <a:r>
              <a:rPr sz="3150" spc="-16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315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altLang="en-US" sz="3150" b="1" spc="-3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Шаҳрисабз</a:t>
            </a:r>
            <a:r>
              <a:rPr sz="3150" b="1" spc="-3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3150" b="1" spc="-18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МАҲАЛЛАСИДА</a:t>
            </a:r>
            <a:endParaRPr sz="3150" dirty="0">
              <a:latin typeface="Microsoft Sans Serif" panose="020B0604020202020204"/>
              <a:cs typeface="Microsoft Sans Serif" panose="020B0604020202020204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15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АҲОЛИ</a:t>
            </a:r>
            <a:r>
              <a:rPr sz="315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150" b="1" spc="-4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БАНДЛИГИНИ</a:t>
            </a:r>
            <a:r>
              <a:rPr sz="315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150" b="1" spc="-5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315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150" b="1" spc="-5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ВА</a:t>
            </a:r>
            <a:r>
              <a:rPr sz="315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150" b="1" spc="-3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ДАРОМАДЛАРИНИ</a:t>
            </a:r>
            <a:r>
              <a:rPr sz="3150" b="1" spc="-15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150" b="1" spc="-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ОШИРИШ</a:t>
            </a:r>
            <a:endParaRPr sz="315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4650" y="1103306"/>
            <a:ext cx="166705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38492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046730" y="1622425"/>
            <a:ext cx="2748915" cy="105791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4605">
              <a:lnSpc>
                <a:spcPct val="100000"/>
              </a:lnSpc>
              <a:spcBef>
                <a:spcPts val="130"/>
              </a:spcBef>
            </a:pPr>
            <a:r>
              <a:rPr sz="16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Маҳалла</a:t>
            </a:r>
            <a:r>
              <a:rPr sz="1650" spc="-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банкири</a:t>
            </a:r>
            <a:endParaRPr sz="1650" dirty="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500" b="1" spc="-1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Хоразов Улуғбек Жуманазарович</a:t>
            </a:r>
            <a:endParaRPr lang="en-US" sz="1500" b="1" spc="-110" dirty="0">
              <a:solidFill>
                <a:srgbClr val="16387F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Ёрдамчи</a:t>
            </a:r>
            <a:r>
              <a:rPr sz="1650" spc="-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агент</a:t>
            </a:r>
            <a:endParaRPr sz="1650" dirty="0">
              <a:latin typeface="Tahoma" panose="020B0604030504040204"/>
              <a:cs typeface="Tahoma" panose="020B0604030504040204"/>
            </a:endParaRPr>
          </a:p>
          <a:p>
            <a:pPr marL="12700">
              <a:spcBef>
                <a:spcPts val="35"/>
              </a:spcBef>
            </a:pPr>
            <a:endParaRPr sz="1500" b="1" spc="-110" dirty="0">
              <a:solidFill>
                <a:srgbClr val="16387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700" y="1534774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sz="15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245" y="1991679"/>
            <a:ext cx="2228324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ТУРОНБАНК</a:t>
            </a:r>
            <a:endParaRPr lang="ru-RU" sz="1650" b="1" spc="-120" dirty="0">
              <a:solidFill>
                <a:srgbClr val="16387F"/>
              </a:solidFill>
              <a:latin typeface="Arial" panose="020B0604020202020204"/>
              <a:cs typeface="Arial" panose="020B0604020202020204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МИРЗО УЛУҒБЕК </a:t>
            </a:r>
            <a:r>
              <a:rPr sz="1650" b="1" spc="-9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БХ</a:t>
            </a:r>
            <a:r>
              <a:rPr lang="en-US" sz="1650" b="1" spc="-9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О</a:t>
            </a:r>
            <a:endParaRPr sz="165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Камбағаллик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6458248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97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lang="en-US" altLang="" sz="2100" b="1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10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2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lang="en-US" sz="210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z="2400" b="1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1</a:t>
            </a:r>
            <a:r>
              <a:rPr lang="en-US" sz="210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21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3050" b="1" spc="-27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15859" y="1851104"/>
            <a:ext cx="5407959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113</a:t>
            </a:r>
            <a:r>
              <a:rPr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altLang=""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                 </a:t>
            </a:r>
            <a:r>
              <a:rPr lang="en-US" altLang="" sz="2400" b="1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8</a:t>
            </a:r>
            <a:r>
              <a:rPr sz="3050" b="1" spc="-27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2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lang="en-US" sz="210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3050" b="1" spc="-27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674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12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.2025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z="18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8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lang="en-US" sz="18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8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12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ҳоли</a:t>
            </a:r>
            <a:endParaRPr sz="13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27186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22704"/>
            <a:ext cx="7880372" cy="1136178"/>
            <a:chOff x="8149323" y="1638755"/>
            <a:chExt cx="7880372" cy="1136178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Вилоятдан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8008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40 </a:t>
            </a:r>
            <a:r>
              <a:rPr sz="1600" spc="-90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597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10"/>
              </a:spcBef>
            </a:pP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бўш</a:t>
            </a:r>
            <a:r>
              <a:rPr lang="en-US" sz="1450" spc="-3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altLang=""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17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altLang="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1787</a:t>
            </a:r>
            <a:r>
              <a:rPr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701</a:t>
            </a:r>
            <a:endParaRPr sz="2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20556" y="3091416"/>
            <a:ext cx="8171180" cy="1861185"/>
            <a:chOff x="520556" y="3091416"/>
            <a:chExt cx="8171180" cy="1861185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8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8" y="736207"/>
                  </a:lnTo>
                  <a:lnTo>
                    <a:pt x="1923771" y="730620"/>
                  </a:lnTo>
                  <a:lnTo>
                    <a:pt x="1951566" y="715411"/>
                  </a:lnTo>
                  <a:lnTo>
                    <a:pt x="1970350" y="692907"/>
                  </a:lnTo>
                  <a:lnTo>
                    <a:pt x="1977250" y="665434"/>
                  </a:lnTo>
                  <a:lnTo>
                    <a:pt x="1977250" y="70768"/>
                  </a:lnTo>
                  <a:lnTo>
                    <a:pt x="1970353" y="43300"/>
                  </a:lnTo>
                  <a:lnTo>
                    <a:pt x="1951573" y="20797"/>
                  </a:lnTo>
                  <a:lnTo>
                    <a:pt x="1923779" y="5587"/>
                  </a:lnTo>
                  <a:lnTo>
                    <a:pt x="1889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0556" y="4209695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0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кредитлар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198674" y="3346991"/>
            <a:ext cx="1676660" cy="447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lvl="1">
              <a:spcBef>
                <a:spcPts val="130"/>
              </a:spcBef>
            </a:pPr>
            <a:r>
              <a:rPr lang="en-US" altLang="ru-RU" sz="28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348</a:t>
            </a:r>
            <a:r>
              <a:rPr lang="en-US" sz="28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lang="en-US" sz="28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3375" spc="37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latin typeface="+mn-lt"/>
              <a:cs typeface="Microsoft Sans Serif" panose="020B0604020202020204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928011" y="2985781"/>
            <a:ext cx="2898140" cy="1086485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784195" y="3419962"/>
            <a:ext cx="1042399" cy="3829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4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1 713</a:t>
            </a: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7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59442" y="3422660"/>
            <a:ext cx="506403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Х 4,</a:t>
            </a:r>
            <a:r>
              <a:rPr lang="en-US" alt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7</a:t>
            </a:r>
            <a:endParaRPr lang="en-US" altLang="ru-RU" sz="1400" spc="25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29363" y="4398197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lang="en-US" sz="2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577035" y="432460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596077" y="3994012"/>
            <a:ext cx="450409" cy="879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50" spc="25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     </a:t>
            </a:r>
            <a:r>
              <a:rPr sz="1850" spc="25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219240" y="4209694"/>
            <a:ext cx="2748352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335063" y="4412865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334020" y="434866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174326" y="4325538"/>
            <a:ext cx="1836337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50" b="1" spc="-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11   </a:t>
            </a:r>
            <a:r>
              <a:rPr sz="1850" spc="-10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565190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70" y="4286072"/>
            <a:ext cx="803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5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100</a:t>
            </a:r>
            <a:endParaRPr sz="36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оширилган</a:t>
            </a:r>
            <a:endParaRPr sz="2200" dirty="0">
              <a:latin typeface="Microsoft Sans Serif" panose="020B0604020202020204"/>
              <a:cs typeface="Microsoft Sans Serif" panose="020B0604020202020204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900" spc="-25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18956" y="2985781"/>
            <a:ext cx="2898140" cy="1086485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215659" y="4387339"/>
            <a:ext cx="3243094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Ижтимоий тармоқда фаолият юритиш ташкил этиш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 txBox="1"/>
          <p:nvPr/>
        </p:nvSpPr>
        <p:spPr>
          <a:xfrm>
            <a:off x="9876667" y="3943541"/>
            <a:ext cx="2508991" cy="259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757170" algn="l"/>
              </a:tabLst>
            </a:pPr>
            <a:r>
              <a:rPr lang="en-US" sz="1600" b="1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en-US" sz="1600" b="1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Маликов Абдуқодир</a:t>
            </a:r>
            <a:r>
              <a:rPr lang="en-US" sz="1600" b="1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 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088932" y="4386064"/>
            <a:ext cx="3991449" cy="534762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 Умумий овқатланиш шахобчаси </a:t>
            </a:r>
            <a:endParaRPr lang="en-US" sz="1600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(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FAST FOOD</a:t>
            </a: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)</a:t>
            </a:r>
            <a:r>
              <a:rPr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лойиҳаси</a:t>
            </a:r>
            <a:endParaRPr sz="1600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471580" y="4088893"/>
            <a:ext cx="2889674" cy="259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" sz="1600" b="1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Pitstop</a:t>
            </a:r>
            <a:endParaRPr lang="en-US" altLang="" sz="1600" b="1" dirty="0">
              <a:solidFill>
                <a:srgbClr val="3C2B9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3" name="object 203"/>
          <p:cNvSpPr/>
          <p:nvPr/>
        </p:nvSpPr>
        <p:spPr>
          <a:xfrm>
            <a:off x="4343408" y="5123131"/>
            <a:ext cx="0" cy="2216150"/>
          </a:xfrm>
          <a:custGeom>
            <a:avLst/>
            <a:gdLst/>
            <a:ahLst/>
            <a:cxnLst/>
            <a:rect l="l" t="t" r="r" b="b"/>
            <a:pathLst>
              <a:path h="2216150">
                <a:moveTo>
                  <a:pt x="0" y="0"/>
                </a:moveTo>
                <a:lnTo>
                  <a:pt x="0" y="2215861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6155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lang="ru-RU"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КРЕДИТ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 panose="020B0604030504040204"/>
              <a:cs typeface="Tahoma" panose="020B0604030504040204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СОНИ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ЎРНИ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84831" y="8689647"/>
            <a:ext cx="78422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43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lang="en-US" altLang="" sz="43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4</a:t>
            </a:r>
            <a:endParaRPr lang="en-US" altLang="" sz="4300" b="1" spc="-25" dirty="0">
              <a:solidFill>
                <a:srgbClr val="273B6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14545" y="8718332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млрд.</a:t>
            </a:r>
            <a:endParaRPr sz="21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014541" y="8964785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10400" y="8649970"/>
            <a:ext cx="1874520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0" b="1" spc="-3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146</a:t>
            </a:r>
            <a:r>
              <a:rPr sz="4500" b="1" spc="-3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ru-RU" sz="45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30</a:t>
            </a:r>
            <a:r>
              <a:rPr sz="4500" b="1" spc="-3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en-US" sz="4300" b="1" spc="-4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4300" b="1" spc="-4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3000" spc="3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3000" spc="-3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ОИЛА</a:t>
            </a:r>
            <a:r>
              <a:rPr sz="300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lang="en-US" sz="4300" b="1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9" name="object 206"/>
          <p:cNvSpPr txBox="1"/>
          <p:nvPr/>
        </p:nvSpPr>
        <p:spPr>
          <a:xfrm>
            <a:off x="4882588" y="7409378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0" name="object 207"/>
          <p:cNvSpPr txBox="1"/>
          <p:nvPr/>
        </p:nvSpPr>
        <p:spPr>
          <a:xfrm>
            <a:off x="6245593" y="730400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2" name="object 208"/>
          <p:cNvSpPr txBox="1"/>
          <p:nvPr/>
        </p:nvSpPr>
        <p:spPr>
          <a:xfrm>
            <a:off x="5502408" y="7315371"/>
            <a:ext cx="1069376" cy="404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900" b="1" spc="-630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3" name="object 209"/>
          <p:cNvSpPr txBox="1"/>
          <p:nvPr/>
        </p:nvSpPr>
        <p:spPr>
          <a:xfrm>
            <a:off x="7972425" y="7304006"/>
            <a:ext cx="784225" cy="415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en-US" altLang="" sz="2600" b="1" spc="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2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4" name="object 206"/>
          <p:cNvSpPr txBox="1"/>
          <p:nvPr/>
        </p:nvSpPr>
        <p:spPr>
          <a:xfrm>
            <a:off x="7143579" y="738101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7" name="object 20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521883" y="7392085"/>
            <a:ext cx="307199" cy="215900"/>
          </a:xfrm>
          <a:prstGeom prst="rect">
            <a:avLst/>
          </a:prstGeom>
        </p:spPr>
      </p:pic>
      <p:pic>
        <p:nvPicPr>
          <p:cNvPr id="278" name="object 20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744879" y="7392105"/>
            <a:ext cx="302418" cy="307017"/>
          </a:xfrm>
          <a:prstGeom prst="rect">
            <a:avLst/>
          </a:prstGeom>
        </p:spPr>
      </p:pic>
      <p:sp>
        <p:nvSpPr>
          <p:cNvPr id="279" name="object 260"/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НАТИЖАЛА</a:t>
            </a:r>
            <a:r>
              <a:rPr lang="en-US" sz="1800" b="1" spc="-1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Р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0" name="object 178"/>
          <p:cNvSpPr txBox="1"/>
          <p:nvPr/>
        </p:nvSpPr>
        <p:spPr>
          <a:xfrm>
            <a:off x="14356375" y="496160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rgbClr val="3C2B98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lang="en-US" sz="4125" b="1" spc="459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4125" b="1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4125" b="1" spc="-30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1" name="object 179"/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2" name="object 180"/>
          <p:cNvSpPr txBox="1"/>
          <p:nvPr/>
        </p:nvSpPr>
        <p:spPr>
          <a:xfrm>
            <a:off x="14395677" y="5301614"/>
            <a:ext cx="2338416" cy="4292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4125" b="1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4125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3" name="object 181"/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6" name="object 17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3544147" y="4841401"/>
            <a:ext cx="347669" cy="308749"/>
          </a:xfrm>
          <a:prstGeom prst="rect">
            <a:avLst/>
          </a:prstGeom>
        </p:spPr>
      </p:pic>
      <p:sp>
        <p:nvSpPr>
          <p:cNvPr id="287" name="object 178"/>
          <p:cNvSpPr txBox="1"/>
          <p:nvPr/>
        </p:nvSpPr>
        <p:spPr>
          <a:xfrm>
            <a:off x="10244384" y="4841846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rgbClr val="3C2B98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4125" b="1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15</a:t>
            </a:r>
            <a:r>
              <a:rPr sz="4125" b="1" spc="-30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8" name="object 179"/>
          <p:cNvSpPr txBox="1"/>
          <p:nvPr/>
        </p:nvSpPr>
        <p:spPr>
          <a:xfrm>
            <a:off x="10248608" y="5316506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9" name="object 180"/>
          <p:cNvSpPr txBox="1"/>
          <p:nvPr/>
        </p:nvSpPr>
        <p:spPr>
          <a:xfrm>
            <a:off x="10258200" y="5283451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4125" b="1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 </a:t>
            </a:r>
            <a:r>
              <a:rPr sz="1950" spc="-15" baseline="2000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90" name="object 181"/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3" name="object 17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9357854" y="4810179"/>
            <a:ext cx="346563" cy="308749"/>
          </a:xfrm>
          <a:prstGeom prst="rect">
            <a:avLst/>
          </a:prstGeom>
        </p:spPr>
      </p:pic>
      <p:pic>
        <p:nvPicPr>
          <p:cNvPr id="229" name="Рисунок 228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547" y="-1237671"/>
            <a:ext cx="3256732" cy="3324399"/>
          </a:xfrm>
          <a:prstGeom prst="rect">
            <a:avLst/>
          </a:prstGeom>
        </p:spPr>
      </p:pic>
      <p:pic>
        <p:nvPicPr>
          <p:cNvPr id="1029" name="Picture 5" descr="YANGI! OQ RANGDA I5-14400F RTX3060 12GB Akvarium case Full to'plam: 919  у.е. - Системный блок Джизак на Olx"/>
          <p:cNvPicPr>
            <a:picLocks noChangeAspect="1" noChangeArrowheads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233" y="5908430"/>
            <a:ext cx="3739258" cy="17227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20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74485" y="7402693"/>
            <a:ext cx="307199" cy="215900"/>
          </a:xfrm>
          <a:prstGeom prst="rect">
            <a:avLst/>
          </a:prstGeom>
        </p:spPr>
      </p:pic>
      <p:sp>
        <p:nvSpPr>
          <p:cNvPr id="151" name="object 206"/>
          <p:cNvSpPr txBox="1"/>
          <p:nvPr/>
        </p:nvSpPr>
        <p:spPr>
          <a:xfrm>
            <a:off x="851626" y="7346527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2" name="object 208"/>
          <p:cNvSpPr txBox="1"/>
          <p:nvPr/>
        </p:nvSpPr>
        <p:spPr>
          <a:xfrm>
            <a:off x="1401176" y="7307997"/>
            <a:ext cx="1069376" cy="404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20</a:t>
            </a:r>
            <a:r>
              <a:rPr sz="3900" b="1" spc="-630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53" name="object 20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596424" y="7346527"/>
            <a:ext cx="302418" cy="307017"/>
          </a:xfrm>
          <a:prstGeom prst="rect">
            <a:avLst/>
          </a:prstGeom>
        </p:spPr>
      </p:pic>
      <p:sp>
        <p:nvSpPr>
          <p:cNvPr id="155" name="object 207"/>
          <p:cNvSpPr txBox="1"/>
          <p:nvPr/>
        </p:nvSpPr>
        <p:spPr>
          <a:xfrm>
            <a:off x="1968118" y="7332477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56" name="object 206"/>
          <p:cNvSpPr txBox="1"/>
          <p:nvPr/>
        </p:nvSpPr>
        <p:spPr>
          <a:xfrm>
            <a:off x="2927885" y="7358968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7" name="object 209"/>
          <p:cNvSpPr txBox="1"/>
          <p:nvPr/>
        </p:nvSpPr>
        <p:spPr>
          <a:xfrm>
            <a:off x="3667372" y="7332477"/>
            <a:ext cx="784225" cy="415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en-US" sz="26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250" spc="-10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2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" name="object 126"/>
          <p:cNvSpPr txBox="1"/>
          <p:nvPr/>
        </p:nvSpPr>
        <p:spPr>
          <a:xfrm>
            <a:off x="1681790" y="4439090"/>
            <a:ext cx="899421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1 167,5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3363575" y="5908675"/>
            <a:ext cx="3440430" cy="160337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  <a:softEdge rad="31750"/>
          </a:effectLst>
        </p:spPr>
      </p:pic>
      <p:pic>
        <p:nvPicPr>
          <p:cNvPr id="84" name="Picture 83"/>
          <p:cNvPicPr>
            <a:picLocks noChangeAspect="1"/>
          </p:cNvPicPr>
          <p:nvPr/>
        </p:nvPicPr>
        <p:blipFill>
          <a:blip r:embed="rId49">
            <a:clrChange>
              <a:clrFrom>
                <a:srgbClr val="A96D6D">
                  <a:alpha val="100000"/>
                </a:srgbClr>
              </a:clrFrom>
              <a:clrTo>
                <a:srgbClr val="A96D6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40935" y="5269865"/>
            <a:ext cx="3865880" cy="192341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54" name="Picture 153"/>
          <p:cNvPicPr>
            <a:picLocks noChangeAspect="1"/>
          </p:cNvPicPr>
          <p:nvPr/>
        </p:nvPicPr>
        <p:blipFill>
          <a:blip r:embed="rId50"/>
          <a:srcRect t="25553" b="19883"/>
          <a:stretch>
            <a:fillRect/>
          </a:stretch>
        </p:blipFill>
        <p:spPr>
          <a:xfrm>
            <a:off x="668020" y="5203825"/>
            <a:ext cx="3506470" cy="193992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WPS Presentation</Application>
  <PresentationFormat>Произвольный</PresentationFormat>
  <Paragraphs>164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Microsoft Sans Serif</vt:lpstr>
      <vt:lpstr>Arial</vt:lpstr>
      <vt:lpstr>Tahoma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Xumoyun</cp:lastModifiedBy>
  <cp:revision>57</cp:revision>
  <cp:lastPrinted>2026-04-13T18:49:00Z</cp:lastPrinted>
  <dcterms:created xsi:type="dcterms:W3CDTF">2025-11-21T17:17:00Z</dcterms:created>
  <dcterms:modified xsi:type="dcterms:W3CDTF">2026-05-07T16:43:21Z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2025-11-21T05:00:00Z</vt:filetime>
  </property>
  <property fmtid="{D5CDD505-2E9C-101B-9397-08002B2CF9AE}" pid="3" name="LastSaved">
    <vt:filetime>2025-11-21T05:00:00Z</vt:filetime>
  </property>
  <property fmtid="{D5CDD505-2E9C-101B-9397-08002B2CF9AE}" pid="4" name="Producer">
    <vt:lpwstr>iLovePDF</vt:lpwstr>
  </property>
  <property fmtid="{D5CDD505-2E9C-101B-9397-08002B2CF9AE}" pid="5" name="KSOProductBuildVer">
    <vt:lpwstr>1033-12.1.0.25242</vt:lpwstr>
  </property>
  <property fmtid="{D5CDD505-2E9C-101B-9397-08002B2CF9AE}" pid="6" name="ICV">
    <vt:lpwstr>B2DA14B6338A42619790E28499D852A2_13</vt:lpwstr>
  </property>
</Properties>
</file>