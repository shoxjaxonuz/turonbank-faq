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13300" cy="9950450"/>
  <p:notesSz cx="9866313" cy="67357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46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5" d="100"/>
          <a:sy n="75" d="100"/>
        </p:scale>
        <p:origin x="660" y="78"/>
      </p:cViewPr>
      <p:guideLst>
        <p:guide orient="horz" pos="2846"/>
        <p:guide pos="2144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farbek Yo'ldoshov" userId="0b9c4671e0d9e2f6" providerId="LiveId" clId="{0E5D535E-8DE8-43B3-A6C7-6792FCCCEB81}"/>
    <pc:docChg chg="undo custSel modSld">
      <pc:chgData name="Zafarbek Yo'ldoshov" userId="0b9c4671e0d9e2f6" providerId="LiveId" clId="{0E5D535E-8DE8-43B3-A6C7-6792FCCCEB81}" dt="2026-05-07T04:49:14.401" v="193" actId="113"/>
      <pc:docMkLst>
        <pc:docMk/>
      </pc:docMkLst>
      <pc:sldChg chg="addSp delSp modSp mod">
        <pc:chgData name="Zafarbek Yo'ldoshov" userId="0b9c4671e0d9e2f6" providerId="LiveId" clId="{0E5D535E-8DE8-43B3-A6C7-6792FCCCEB81}" dt="2026-05-07T04:49:14.401" v="193" actId="113"/>
        <pc:sldMkLst>
          <pc:docMk/>
          <pc:sldMk cId="0" sldId="256"/>
        </pc:sldMkLst>
        <pc:spChg chg="mod">
          <ac:chgData name="Zafarbek Yo'ldoshov" userId="0b9c4671e0d9e2f6" providerId="LiveId" clId="{0E5D535E-8DE8-43B3-A6C7-6792FCCCEB81}" dt="2026-04-30T14:04:58.175" v="58" actId="2711"/>
          <ac:spMkLst>
            <pc:docMk/>
            <pc:sldMk cId="0" sldId="256"/>
            <ac:spMk id="2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53.270" v="85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4-30T14:03:03.810" v="5" actId="113"/>
          <ac:spMkLst>
            <pc:docMk/>
            <pc:sldMk cId="0" sldId="256"/>
            <ac:spMk id="17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4-30T14:05:25.954" v="66" actId="2711"/>
          <ac:spMkLst>
            <pc:docMk/>
            <pc:sldMk cId="0" sldId="256"/>
            <ac:spMk id="18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8:12.861" v="92" actId="478"/>
          <ac:spMkLst>
            <pc:docMk/>
            <pc:sldMk cId="0" sldId="256"/>
            <ac:spMk id="3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02.141" v="137" actId="20577"/>
          <ac:spMkLst>
            <pc:docMk/>
            <pc:sldMk cId="0" sldId="256"/>
            <ac:spMk id="8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19.192" v="152" actId="20577"/>
          <ac:spMkLst>
            <pc:docMk/>
            <pc:sldMk cId="0" sldId="256"/>
            <ac:spMk id="106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24.539" v="161" actId="20577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34.944" v="165" actId="20577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6:19.431" v="102" actId="20577"/>
          <ac:spMkLst>
            <pc:docMk/>
            <pc:sldMk cId="0" sldId="256"/>
            <ac:spMk id="113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6:27.349" v="104" actId="1038"/>
          <ac:spMkLst>
            <pc:docMk/>
            <pc:sldMk cId="0" sldId="256"/>
            <ac:spMk id="11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6:40.959" v="112" actId="20577"/>
          <ac:spMkLst>
            <pc:docMk/>
            <pc:sldMk cId="0" sldId="256"/>
            <ac:spMk id="12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7:35.260" v="126" actId="113"/>
          <ac:spMkLst>
            <pc:docMk/>
            <pc:sldMk cId="0" sldId="256"/>
            <ac:spMk id="126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4-30T14:07:50.838" v="91" actId="20577"/>
          <ac:spMkLst>
            <pc:docMk/>
            <pc:sldMk cId="0" sldId="256"/>
            <ac:spMk id="146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44.451" v="81" actId="478"/>
          <ac:spMkLst>
            <pc:docMk/>
            <pc:sldMk cId="0" sldId="256"/>
            <ac:spMk id="208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50.163" v="83" actId="478"/>
          <ac:spMkLst>
            <pc:docMk/>
            <pc:sldMk cId="0" sldId="256"/>
            <ac:spMk id="209" creationId="{00000000-0000-0000-0000-000000000000}"/>
          </ac:spMkLst>
        </pc:spChg>
        <pc:spChg chg="add del mod">
          <ac:chgData name="Zafarbek Yo'ldoshov" userId="0b9c4671e0d9e2f6" providerId="LiveId" clId="{0E5D535E-8DE8-43B3-A6C7-6792FCCCEB81}" dt="2026-04-30T14:05:57.434" v="68"/>
          <ac:spMkLst>
            <pc:docMk/>
            <pc:sldMk cId="0" sldId="256"/>
            <ac:spMk id="216" creationId="{FA243324-8900-48C2-83A1-8A266570CC86}"/>
          </ac:spMkLst>
        </pc:spChg>
        <pc:spChg chg="add mod">
          <ac:chgData name="Zafarbek Yo'ldoshov" userId="0b9c4671e0d9e2f6" providerId="LiveId" clId="{0E5D535E-8DE8-43B3-A6C7-6792FCCCEB81}" dt="2026-04-30T14:06:01.917" v="71"/>
          <ac:spMkLst>
            <pc:docMk/>
            <pc:sldMk cId="0" sldId="256"/>
            <ac:spMk id="217" creationId="{E7F881FF-D2DD-40A8-8A40-BFEEE91CD5D4}"/>
          </ac:spMkLst>
        </pc:spChg>
        <pc:spChg chg="add mod">
          <ac:chgData name="Zafarbek Yo'ldoshov" userId="0b9c4671e0d9e2f6" providerId="LiveId" clId="{0E5D535E-8DE8-43B3-A6C7-6792FCCCEB81}" dt="2026-04-30T14:06:12" v="73"/>
          <ac:spMkLst>
            <pc:docMk/>
            <pc:sldMk cId="0" sldId="256"/>
            <ac:spMk id="218" creationId="{79C9DDD0-67D6-4C3F-9801-885355A57C65}"/>
          </ac:spMkLst>
        </pc:spChg>
        <pc:spChg chg="add del mod">
          <ac:chgData name="Zafarbek Yo'ldoshov" userId="0b9c4671e0d9e2f6" providerId="LiveId" clId="{0E5D535E-8DE8-43B3-A6C7-6792FCCCEB81}" dt="2026-04-30T14:06:18.680" v="75"/>
          <ac:spMkLst>
            <pc:docMk/>
            <pc:sldMk cId="0" sldId="256"/>
            <ac:spMk id="219" creationId="{05B47FF6-315B-47F8-885C-80E35B0E473B}"/>
          </ac:spMkLst>
        </pc:spChg>
        <pc:spChg chg="add mod">
          <ac:chgData name="Zafarbek Yo'ldoshov" userId="0b9c4671e0d9e2f6" providerId="LiveId" clId="{0E5D535E-8DE8-43B3-A6C7-6792FCCCEB81}" dt="2026-04-30T14:06:23.446" v="77"/>
          <ac:spMkLst>
            <pc:docMk/>
            <pc:sldMk cId="0" sldId="256"/>
            <ac:spMk id="220" creationId="{81AD687D-A1CD-4312-A796-6B30FC986D00}"/>
          </ac:spMkLst>
        </pc:spChg>
        <pc:spChg chg="mod">
          <ac:chgData name="Zafarbek Yo'ldoshov" userId="0b9c4671e0d9e2f6" providerId="LiveId" clId="{0E5D535E-8DE8-43B3-A6C7-6792FCCCEB81}" dt="2026-04-30T14:08:36.153" v="99" actId="255"/>
          <ac:spMkLst>
            <pc:docMk/>
            <pc:sldMk cId="0" sldId="256"/>
            <ac:spMk id="222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7:39.953" v="127" actId="113"/>
          <ac:spMkLst>
            <pc:docMk/>
            <pc:sldMk cId="0" sldId="256"/>
            <ac:spMk id="224" creationId="{00000000-0000-0000-0000-000000000000}"/>
          </ac:spMkLst>
        </pc:spChg>
        <pc:spChg chg="add mod">
          <ac:chgData name="Zafarbek Yo'ldoshov" userId="0b9c4671e0d9e2f6" providerId="LiveId" clId="{0E5D535E-8DE8-43B3-A6C7-6792FCCCEB81}" dt="2026-04-30T14:06:28.320" v="78"/>
          <ac:spMkLst>
            <pc:docMk/>
            <pc:sldMk cId="0" sldId="256"/>
            <ac:spMk id="227" creationId="{EBEF49BD-4A3A-4780-99A6-CCDB8AC0EE81}"/>
          </ac:spMkLst>
        </pc:spChg>
        <pc:spChg chg="add del mod">
          <ac:chgData name="Zafarbek Yo'ldoshov" userId="0b9c4671e0d9e2f6" providerId="LiveId" clId="{0E5D535E-8DE8-43B3-A6C7-6792FCCCEB81}" dt="2026-04-30T14:06:43.382" v="80"/>
          <ac:spMkLst>
            <pc:docMk/>
            <pc:sldMk cId="0" sldId="256"/>
            <ac:spMk id="228" creationId="{68CE34D2-5C43-4575-9ACC-22140551D088}"/>
          </ac:spMkLst>
        </pc:spChg>
        <pc:spChg chg="add mod">
          <ac:chgData name="Zafarbek Yo'ldoshov" userId="0b9c4671e0d9e2f6" providerId="LiveId" clId="{0E5D535E-8DE8-43B3-A6C7-6792FCCCEB81}" dt="2026-05-07T04:47:03.315" v="125" actId="20577"/>
          <ac:spMkLst>
            <pc:docMk/>
            <pc:sldMk cId="0" sldId="256"/>
            <ac:spMk id="229" creationId="{09879F13-81FF-4BFC-A877-45A012EBF41C}"/>
          </ac:spMkLst>
        </pc:spChg>
        <pc:spChg chg="add mod">
          <ac:chgData name="Zafarbek Yo'ldoshov" userId="0b9c4671e0d9e2f6" providerId="LiveId" clId="{0E5D535E-8DE8-43B3-A6C7-6792FCCCEB81}" dt="2026-04-30T14:06:50.425" v="84"/>
          <ac:spMkLst>
            <pc:docMk/>
            <pc:sldMk cId="0" sldId="256"/>
            <ac:spMk id="230" creationId="{F8D82612-1DFB-4494-A01A-AB230549D3D1}"/>
          </ac:spMkLst>
        </pc:spChg>
        <pc:spChg chg="add mod">
          <ac:chgData name="Zafarbek Yo'ldoshov" userId="0b9c4671e0d9e2f6" providerId="LiveId" clId="{0E5D535E-8DE8-43B3-A6C7-6792FCCCEB81}" dt="2026-04-30T14:07:00.351" v="87"/>
          <ac:spMkLst>
            <pc:docMk/>
            <pc:sldMk cId="0" sldId="256"/>
            <ac:spMk id="231" creationId="{F52723B5-745C-4EF6-8B9C-758DFB994574}"/>
          </ac:spMkLst>
        </pc:spChg>
        <pc:spChg chg="add mod">
          <ac:chgData name="Zafarbek Yo'ldoshov" userId="0b9c4671e0d9e2f6" providerId="LiveId" clId="{0E5D535E-8DE8-43B3-A6C7-6792FCCCEB81}" dt="2026-04-30T14:07:08.485" v="89"/>
          <ac:spMkLst>
            <pc:docMk/>
            <pc:sldMk cId="0" sldId="256"/>
            <ac:spMk id="232" creationId="{017F5278-5E10-4A91-953D-F92107D6160D}"/>
          </ac:spMkLst>
        </pc:spChg>
        <pc:spChg chg="add mod">
          <ac:chgData name="Zafarbek Yo'ldoshov" userId="0b9c4671e0d9e2f6" providerId="LiveId" clId="{0E5D535E-8DE8-43B3-A6C7-6792FCCCEB81}" dt="2026-04-30T14:08:20.204" v="98" actId="20577"/>
          <ac:spMkLst>
            <pc:docMk/>
            <pc:sldMk cId="0" sldId="256"/>
            <ac:spMk id="233" creationId="{BD80B3D7-BC8F-4552-AB20-4531A4E694D7}"/>
          </ac:spMkLst>
        </pc:spChg>
        <pc:spChg chg="del">
          <ac:chgData name="Zafarbek Yo'ldoshov" userId="0b9c4671e0d9e2f6" providerId="LiveId" clId="{0E5D535E-8DE8-43B3-A6C7-6792FCCCEB81}" dt="2026-04-30T14:06:20.267" v="76" actId="478"/>
          <ac:spMkLst>
            <pc:docMk/>
            <pc:sldMk cId="0" sldId="256"/>
            <ac:spMk id="265" creationId="{00000000-0000-0000-0000-000000000000}"/>
          </ac:spMkLst>
        </pc:spChg>
        <pc:spChg chg="del mod">
          <ac:chgData name="Zafarbek Yo'ldoshov" userId="0b9c4671e0d9e2f6" providerId="LiveId" clId="{0E5D535E-8DE8-43B3-A6C7-6792FCCCEB81}" dt="2026-04-30T14:06:01.311" v="70" actId="478"/>
          <ac:spMkLst>
            <pc:docMk/>
            <pc:sldMk cId="0" sldId="256"/>
            <ac:spMk id="266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06.797" v="72" actId="478"/>
          <ac:spMkLst>
            <pc:docMk/>
            <pc:sldMk cId="0" sldId="256"/>
            <ac:spMk id="267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56.315" v="86" actId="478"/>
          <ac:spMkLst>
            <pc:docMk/>
            <pc:sldMk cId="0" sldId="256"/>
            <ac:spMk id="272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7:05.421" v="88" actId="478"/>
          <ac:spMkLst>
            <pc:docMk/>
            <pc:sldMk cId="0" sldId="256"/>
            <ac:spMk id="273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49.875" v="179" actId="20577"/>
          <ac:spMkLst>
            <pc:docMk/>
            <pc:sldMk cId="0" sldId="256"/>
            <ac:spMk id="280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9:14.401" v="193" actId="113"/>
          <ac:spMkLst>
            <pc:docMk/>
            <pc:sldMk cId="0" sldId="256"/>
            <ac:spMk id="28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705" y="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35288" y="842963"/>
            <a:ext cx="3995737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5275" tIns="27638" rIns="55275" bIns="2763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453" y="3241075"/>
            <a:ext cx="7893408" cy="2653255"/>
          </a:xfrm>
          <a:prstGeom prst="rect">
            <a:avLst/>
          </a:prstGeom>
        </p:spPr>
        <p:txBody>
          <a:bodyPr vert="horz" lIns="55275" tIns="27638" rIns="55275" bIns="2763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39833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705" y="639833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jpe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jpeg"/><Relationship Id="rId8" Type="http://schemas.openxmlformats.org/officeDocument/2006/relationships/image" Target="../media/image7.png"/><Relationship Id="rId51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5228" y="207220"/>
            <a:ext cx="13677265" cy="89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1" algn="ctr">
              <a:spcBef>
                <a:spcPts val="100"/>
              </a:spcBef>
            </a:pPr>
            <a:r>
              <a:rPr lang="uz-Cyrl-UZ" sz="280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ЯШНОБОД ТУМАНИ </a:t>
            </a:r>
            <a:r>
              <a:rPr sz="2800" b="1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  <a:r>
              <a:rPr lang="uz-Cyrl-UZ" altLang="en-US" sz="2800" b="1" spc="-3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УЙСОЗЛАР</a:t>
            </a:r>
            <a:r>
              <a:rPr sz="2800" b="1" spc="-3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”</a:t>
            </a:r>
            <a:r>
              <a:rPr sz="2800" b="1" spc="-18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1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МАҲАЛЛАСИДА</a:t>
            </a:r>
            <a:endParaRPr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800" spc="-2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АҲОЛИ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4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БАНДЛИГИНИ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5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ТАЪМИНЛАШ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5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ВА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3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ДАРОМАДЛАРИНИ</a:t>
            </a:r>
            <a:r>
              <a:rPr sz="2800" spc="-15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1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ОШИРИШ</a:t>
            </a:r>
            <a:endParaRPr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3948" y="1089849"/>
            <a:ext cx="166960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14710" y="1538665"/>
            <a:ext cx="2409754" cy="130933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30"/>
              </a:spcBef>
            </a:pPr>
            <a:r>
              <a:rPr sz="1400" b="1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Маҳалла</a:t>
            </a:r>
            <a:r>
              <a:rPr sz="1400" b="1" spc="-5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банкири</a:t>
            </a:r>
            <a:endParaRPr sz="1400" b="1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ru-RU" altLang="en-US" sz="140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Тўймуродов Артур Эргаш ўғли</a:t>
            </a:r>
            <a:br>
              <a:rPr lang="ru-RU" altLang="en-US" sz="140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</a:br>
            <a:r>
              <a:rPr lang="ru-RU" sz="1400" b="1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Ёрдамчи</a:t>
            </a:r>
            <a:r>
              <a:rPr lang="ru-RU" sz="1400" b="1" spc="-7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sz="1400" b="1" spc="-1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агент</a:t>
            </a:r>
            <a:endParaRPr lang="ru-RU" sz="1400" b="1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9685">
              <a:lnSpc>
                <a:spcPct val="100000"/>
              </a:lnSpc>
              <a:spcBef>
                <a:spcPts val="35"/>
              </a:spcBef>
            </a:pPr>
            <a:r>
              <a:rPr lang="en-US" altLang="en-US" sz="1400" dirty="0" err="1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Усмонова Минавар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01452" y="1601181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БИРИКТИРИЛГАН</a:t>
            </a:r>
            <a:r>
              <a:rPr lang="ru-RU" sz="15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sz="15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945" y="1913120"/>
            <a:ext cx="2228324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lang="en-US" altLang="en-US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Туронбанк</a:t>
            </a:r>
            <a:r>
              <a:rPr lang="ru-RU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”Тошкент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шахар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en-US" sz="165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  <a:sym typeface="+mn-ea"/>
              </a:rPr>
              <a:t>Яшнобод 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БХ</a:t>
            </a:r>
            <a:r>
              <a:rPr lang="en-US" alt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O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7802"/>
            <a:ext cx="6520719" cy="1332036"/>
            <a:chOff x="8042079" y="1507802"/>
            <a:chExt cx="6520719" cy="1332036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77383" y="2523508"/>
              <a:ext cx="2080165" cy="31633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      </a:t>
              </a:r>
              <a:r>
                <a:rPr lang="ru-RU" sz="1100" b="1" dirty="0" err="1">
                  <a:solidFill>
                    <a:schemeClr val="bg1"/>
                  </a:solidFill>
                </a:rPr>
                <a:t>ишсизликдан</a:t>
              </a:r>
              <a:r>
                <a:rPr lang="ru-RU" sz="1100" b="1" dirty="0">
                  <a:solidFill>
                    <a:schemeClr val="bg1"/>
                  </a:solidFill>
                </a:rPr>
                <a:t> холи </a:t>
              </a:r>
              <a:r>
                <a:rPr lang="ru-RU" sz="1100" b="1" dirty="0" err="1">
                  <a:solidFill>
                    <a:schemeClr val="bg1"/>
                  </a:solidFill>
                </a:rPr>
                <a:t>эмас</a:t>
              </a:r>
              <a:endParaRPr lang="ru-RU" sz="1100" b="1" dirty="0">
                <a:solidFill>
                  <a:schemeClr val="bg1"/>
                </a:solidFill>
              </a:endParaRPr>
            </a:p>
            <a:p>
              <a:endParaRPr sz="1200" b="1"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54458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Камбағаллик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130768" y="1769888"/>
            <a:ext cx="957349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sz="3050" b="1" spc="-254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" sz="3050" b="1" spc="-254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32</a:t>
            </a:r>
            <a:r>
              <a:rPr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а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5048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ru-RU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200" dirty="0">
              <a:latin typeface="Tahoma" panose="020B0604030504040204"/>
              <a:cs typeface="Tahoma" panose="020B0604030504040204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altLang="" sz="1450" spc="7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15%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2516871" y="2229219"/>
            <a:ext cx="2042830" cy="52006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endParaRPr lang="ru-RU" sz="1200" dirty="0">
              <a:latin typeface="Tahoma" panose="020B0604030504040204"/>
              <a:cs typeface="Tahoma" panose="020B0604030504040204"/>
            </a:endParaRPr>
          </a:p>
          <a:p>
            <a:pPr marL="187960">
              <a:lnSpc>
                <a:spcPct val="100000"/>
              </a:lnSpc>
              <a:spcBef>
                <a:spcPts val="625"/>
              </a:spcBef>
            </a:pPr>
            <a:r>
              <a:rPr lang="ru-RU" sz="1100" b="1" spc="-65" dirty="0" err="1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Камбағалликдан</a:t>
            </a:r>
            <a:r>
              <a:rPr lang="ru-RU" sz="1100" b="1" spc="-65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 холи </a:t>
            </a:r>
            <a:r>
              <a:rPr lang="ru-RU" sz="1100" b="1" dirty="0" err="1">
                <a:solidFill>
                  <a:schemeClr val="bg1"/>
                </a:solidFill>
              </a:rPr>
              <a:t>эмас</a:t>
            </a:r>
            <a:endParaRPr lang="ru-RU" sz="1100" b="1" dirty="0" err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22704"/>
            <a:ext cx="7880372" cy="1136178"/>
            <a:chOff x="8149323" y="1638755"/>
            <a:chExt cx="7880372" cy="1136178"/>
          </a:xfrm>
        </p:grpSpPr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Вилоятдан</a:t>
            </a:r>
            <a:endParaRPr sz="14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9634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10"/>
              </a:spcBef>
            </a:pPr>
            <a:r>
              <a:rPr sz="14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 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endParaRPr sz="1450" dirty="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en-US" altLang="" sz="1600" b="1" spc="-9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25</a:t>
            </a:r>
            <a:r>
              <a:rPr sz="1600" b="1" spc="-9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9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597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10"/>
              </a:spcBef>
            </a:pPr>
            <a:r>
              <a:rPr sz="14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бўш</a:t>
            </a:r>
            <a:r>
              <a:rPr lang="en-US" sz="1450" spc="-3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ўринлари</a:t>
            </a:r>
            <a:endParaRPr sz="1450" dirty="0">
              <a:latin typeface="Tahoma" panose="020B0604030504040204"/>
              <a:cs typeface="Tahoma" panose="020B0604030504040204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altLang="" sz="1600" b="1" spc="2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1600" b="1" spc="2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27909" y="1343620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4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4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755496" y="2131386"/>
            <a:ext cx="2089785" cy="417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en-US" altLang="en-US"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6 368</a:t>
            </a:r>
            <a:r>
              <a:rPr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lang="en-US" altLang="en-US"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1 907</a:t>
            </a: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404313" y="3081009"/>
            <a:ext cx="8353302" cy="1857381"/>
            <a:chOff x="338423" y="3091416"/>
            <a:chExt cx="8353302" cy="1857381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746" y="3189196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8423" y="4200131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0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кредитлар</a:t>
            </a:r>
            <a:endParaRPr sz="15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27650" y="3375025"/>
            <a:ext cx="1471556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ru-RU" sz="2400" b="1" spc="37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147,0</a:t>
            </a:r>
            <a:r>
              <a:rPr lang="en-US" sz="2400" spc="37" baseline="1000" dirty="0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chemeClr val="tx2"/>
                </a:solidFill>
                <a:latin typeface="+mn-lt"/>
                <a:cs typeface="Microsoft Sans Serif" panose="020B0604020202020204"/>
              </a:rPr>
              <a:t>млн</a:t>
            </a:r>
            <a:r>
              <a:rPr lang="ru-RU" sz="1200" spc="37" dirty="0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chemeClr val="tx2"/>
                </a:solidFill>
                <a:latin typeface="+mn-lt"/>
                <a:cs typeface="Microsoft Sans Serif" panose="020B0604020202020204"/>
              </a:rPr>
              <a:t>с</a:t>
            </a:r>
            <a:r>
              <a:rPr lang="en-US" sz="1200" spc="37" dirty="0">
                <a:solidFill>
                  <a:schemeClr val="tx2"/>
                </a:solidFill>
                <a:latin typeface="+mn-lt"/>
                <a:cs typeface="Microsoft Sans Serif" panose="020B0604020202020204"/>
              </a:rPr>
              <a:t>ўм</a:t>
            </a:r>
            <a:endParaRPr sz="1200" baseline="1000" dirty="0">
              <a:solidFill>
                <a:schemeClr val="tx2"/>
              </a:solidFill>
              <a:latin typeface="+mn-lt"/>
              <a:cs typeface="Microsoft Sans Serif" panose="020B0604020202020204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100927" y="3149702"/>
            <a:ext cx="2216142" cy="682524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spc="9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ҳолатига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926525" y="3406825"/>
            <a:ext cx="78486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ru-RU" sz="2400" b="1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285,0</a:t>
            </a:r>
            <a:endParaRPr sz="1400" dirty="0">
              <a:solidFill>
                <a:schemeClr val="tx2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799361" y="3485538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072453" y="3632256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баробар</a:t>
            </a:r>
            <a:endParaRPr sz="7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88630" y="3423023"/>
            <a:ext cx="457200" cy="22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Х1,9</a:t>
            </a:r>
            <a:endParaRPr lang="en-US" altLang="ru-RU" sz="1400" spc="25" dirty="0">
              <a:solidFill>
                <a:srgbClr val="273B6F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74002" y="4362418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sz="235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39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460990" y="4232221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390647" y="4167323"/>
            <a:ext cx="1450829" cy="61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sz="30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30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20,0</a:t>
            </a:r>
            <a:endParaRPr sz="3000" dirty="0">
              <a:solidFill>
                <a:srgbClr val="FF0000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346768" y="4198475"/>
            <a:ext cx="2666682" cy="741207"/>
            <a:chOff x="3320658" y="4209695"/>
            <a:chExt cx="2666518" cy="741207"/>
          </a:xfrm>
        </p:grpSpPr>
        <p:sp>
          <p:nvSpPr>
            <p:cNvPr id="115" name="object 115"/>
            <p:cNvSpPr/>
            <p:nvPr/>
          </p:nvSpPr>
          <p:spPr>
            <a:xfrm>
              <a:off x="4009787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403913" y="4382816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210313" y="4259942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646114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lang="ru-RU" sz="235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50" b="1" spc="-6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12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44429" y="4372982"/>
            <a:ext cx="933911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500" b="1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250,0</a:t>
            </a:r>
            <a:endParaRPr lang="en-US" sz="2500" b="1" dirty="0">
              <a:solidFill>
                <a:schemeClr val="tx2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0815" y="431913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70815" y="4531249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Амалга</a:t>
            </a:r>
            <a:r>
              <a:rPr sz="2200" b="1" spc="7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00" b="1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оширилган</a:t>
            </a:r>
            <a:endParaRPr sz="2200" b="1" dirty="0">
              <a:latin typeface="Microsoft Sans Serif" panose="020B0604020202020204"/>
              <a:cs typeface="Microsoft Sans Serif" panose="020B0604020202020204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Микролойиҳалар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8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"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9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90450" y="3180634"/>
            <a:ext cx="2467288" cy="657729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58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5</a:t>
            </a:r>
            <a:r>
              <a:rPr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9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ўринлари</a:t>
            </a:r>
            <a:endParaRPr sz="12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159675" y="4372982"/>
            <a:ext cx="3251805" cy="4962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О</a:t>
            </a:r>
            <a:r>
              <a:rPr lang="uz-Cyrl-UZ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зиқ</a:t>
            </a:r>
            <a:r>
              <a:rPr lang="uz-Cyrl-UZ" sz="1800" dirty="0"/>
              <a:t> </a:t>
            </a:r>
            <a:r>
              <a:rPr lang="uz-Cyrl-UZ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овқат</a:t>
            </a:r>
            <a:r>
              <a:rPr lang="uz-Cyrl-UZ" sz="1800" dirty="0"/>
              <a:t> с</a:t>
            </a:r>
            <a:r>
              <a:rPr lang="uz-Cyrl-UZ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авдо</a:t>
            </a:r>
            <a:r>
              <a:rPr lang="uz-Cyrl-UZ" sz="1800" dirty="0"/>
              <a:t> </a:t>
            </a:r>
            <a:r>
              <a:rPr lang="en-US" sz="1600" b="1" dirty="0" err="1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фаолиятини</a:t>
            </a: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sz="1600" b="1" dirty="0" err="1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йўлга</a:t>
            </a: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 err="1"/>
              <a:t>қўйиш</a:t>
            </a: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 txBox="1"/>
          <p:nvPr/>
        </p:nvSpPr>
        <p:spPr>
          <a:xfrm>
            <a:off x="13224203" y="4485098"/>
            <a:ext cx="3848246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en-US" sz="16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 </a:t>
            </a:r>
            <a:r>
              <a:rPr lang="uz-Cyrl-UZ" sz="16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Дорихона</a:t>
            </a:r>
            <a:endParaRPr sz="1600" b="1" dirty="0">
              <a:solidFill>
                <a:srgbClr val="3C2B98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95" name="object 195"/>
          <p:cNvGrpSpPr/>
          <p:nvPr/>
        </p:nvGrpSpPr>
        <p:grpSpPr>
          <a:xfrm>
            <a:off x="441645" y="5051425"/>
            <a:ext cx="3971605" cy="2594873"/>
            <a:chOff x="2595733" y="5060236"/>
            <a:chExt cx="3971605" cy="2594873"/>
          </a:xfrm>
        </p:grpSpPr>
        <p:sp>
          <p:nvSpPr>
            <p:cNvPr id="203" name="object 203"/>
            <p:cNvSpPr/>
            <p:nvPr/>
          </p:nvSpPr>
          <p:spPr>
            <a:xfrm>
              <a:off x="6567338" y="5060236"/>
              <a:ext cx="0" cy="2216150"/>
            </a:xfrm>
            <a:custGeom>
              <a:avLst/>
              <a:gdLst/>
              <a:ahLst/>
              <a:cxnLst/>
              <a:rect l="l" t="t" r="r" b="b"/>
              <a:pathLst>
                <a:path h="2216150">
                  <a:moveTo>
                    <a:pt x="0" y="0"/>
                  </a:moveTo>
                  <a:lnTo>
                    <a:pt x="0" y="221586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584491" y="7348092"/>
              <a:ext cx="302418" cy="30701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595733" y="7399672"/>
              <a:ext cx="307199" cy="215900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>
            <a:off x="835298" y="7320023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5">
              <a:lnSpc>
                <a:spcPct val="102000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маблағ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995780" y="7282116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73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" sz="43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43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0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МИКРОЛОЙИҲАЛАР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КРЕДИТ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 panose="020B0604030504040204"/>
              <a:cs typeface="Tahoma" panose="020B0604030504040204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СОНИ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ЎРНИ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67141" y="8725929"/>
            <a:ext cx="924737" cy="55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50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endParaRPr sz="4000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056558" y="8727766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млрд.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136150" y="8971144"/>
            <a:ext cx="5073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01.04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5</a:t>
            </a:r>
            <a:r>
              <a:rPr sz="1200" spc="9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ҳолатига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8" name="object 206"/>
          <p:cNvSpPr txBox="1"/>
          <p:nvPr/>
        </p:nvSpPr>
        <p:spPr>
          <a:xfrm>
            <a:off x="2802806" y="731415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бўлган аҳоли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9" name="object 206"/>
          <p:cNvSpPr txBox="1"/>
          <p:nvPr/>
        </p:nvSpPr>
        <p:spPr>
          <a:xfrm>
            <a:off x="4878942" y="729527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5">
              <a:lnSpc>
                <a:spcPct val="102000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маблағ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0" name="object 207"/>
          <p:cNvSpPr txBox="1"/>
          <p:nvPr/>
        </p:nvSpPr>
        <p:spPr>
          <a:xfrm>
            <a:off x="6214546" y="7256333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74" name="object 206"/>
          <p:cNvSpPr txBox="1"/>
          <p:nvPr/>
        </p:nvSpPr>
        <p:spPr>
          <a:xfrm>
            <a:off x="7167008" y="728610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бўлган аҳоли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277" name="object 20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511277" y="7397854"/>
            <a:ext cx="307199" cy="215900"/>
          </a:xfrm>
          <a:prstGeom prst="rect">
            <a:avLst/>
          </a:prstGeom>
        </p:spPr>
      </p:pic>
      <p:pic>
        <p:nvPicPr>
          <p:cNvPr id="278" name="object 20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747427" y="7343242"/>
            <a:ext cx="302418" cy="307017"/>
          </a:xfrm>
          <a:prstGeom prst="rect">
            <a:avLst/>
          </a:prstGeom>
        </p:spPr>
      </p:pic>
      <p:sp>
        <p:nvSpPr>
          <p:cNvPr id="279" name="object 260"/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НАТИЖАЛА</a:t>
            </a:r>
            <a:r>
              <a:rPr lang="en-US" sz="1800" b="1" spc="-1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Р</a:t>
            </a:r>
            <a:endParaRPr sz="1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0" name="object 178"/>
          <p:cNvSpPr txBox="1"/>
          <p:nvPr/>
        </p:nvSpPr>
        <p:spPr>
          <a:xfrm>
            <a:off x="14381861" y="4860009"/>
            <a:ext cx="2509210" cy="3962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en-US"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lang="en-US" sz="1150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кредити</a:t>
            </a:r>
            <a:r>
              <a:rPr sz="1150" spc="459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4125" b="1" spc="459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lang="ru-RU" sz="4125" b="1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,0</a:t>
            </a:r>
            <a:r>
              <a:rPr sz="4125" b="1" spc="-30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млн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.сўм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1" name="object 179"/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2" name="object 180"/>
          <p:cNvSpPr txBox="1"/>
          <p:nvPr/>
        </p:nvSpPr>
        <p:spPr>
          <a:xfrm>
            <a:off x="14395677" y="5301614"/>
            <a:ext cx="2338416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2800" b="1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3</a:t>
            </a:r>
            <a:r>
              <a:rPr sz="4125" b="1" spc="37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83" name="object 181"/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/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6" name="object 17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3495331" y="4828342"/>
            <a:ext cx="346563" cy="308749"/>
          </a:xfrm>
          <a:prstGeom prst="rect">
            <a:avLst/>
          </a:prstGeom>
        </p:spPr>
      </p:pic>
      <p:sp>
        <p:nvSpPr>
          <p:cNvPr id="287" name="object 178"/>
          <p:cNvSpPr txBox="1"/>
          <p:nvPr/>
        </p:nvSpPr>
        <p:spPr>
          <a:xfrm>
            <a:off x="9966273" y="4915902"/>
            <a:ext cx="2509210" cy="3962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en-US" sz="115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lang="en-US" sz="1150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кредити</a:t>
            </a:r>
            <a:r>
              <a:rPr sz="1150" spc="459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4125" b="1" spc="-30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4125" b="1" spc="-30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1950" spc="-15" baseline="2000" dirty="0" err="1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млн.сўм</a:t>
            </a:r>
            <a:endParaRPr sz="1950" baseline="2000" dirty="0">
              <a:solidFill>
                <a:schemeClr val="tx2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8" name="object 179"/>
          <p:cNvSpPr txBox="1"/>
          <p:nvPr/>
        </p:nvSpPr>
        <p:spPr>
          <a:xfrm>
            <a:off x="9966273" y="5301614"/>
            <a:ext cx="2084837" cy="5706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150" spc="-2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lang="en-US"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1150" spc="-2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lang="en-US"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sz="3600" b="1" spc="-20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lang="en-US" sz="2800" b="1" spc="37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нафар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90" name="object 181"/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/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3" name="object 17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361823" y="4909844"/>
            <a:ext cx="346563" cy="308749"/>
          </a:xfrm>
          <a:prstGeom prst="rect">
            <a:avLst/>
          </a:prstGeom>
        </p:spPr>
      </p:pic>
      <p:sp>
        <p:nvSpPr>
          <p:cNvPr id="222" name="object 35"/>
          <p:cNvSpPr txBox="1"/>
          <p:nvPr/>
        </p:nvSpPr>
        <p:spPr>
          <a:xfrm>
            <a:off x="10309292" y="1788237"/>
            <a:ext cx="2013746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alt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41</a:t>
            </a:r>
            <a:r>
              <a:rPr 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   </a:t>
            </a:r>
            <a:r>
              <a:rPr lang="en-US" sz="3050" b="1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48</a:t>
            </a:r>
            <a:r>
              <a:rPr lang="ru-RU" sz="240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3" name="object 35"/>
          <p:cNvSpPr txBox="1"/>
          <p:nvPr/>
        </p:nvSpPr>
        <p:spPr>
          <a:xfrm>
            <a:off x="12549488" y="1780179"/>
            <a:ext cx="2013746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41</a:t>
            </a:r>
            <a:r>
              <a:rPr 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48</a:t>
            </a:r>
            <a:r>
              <a:rPr lang="ru-RU" sz="240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4" name="object 126"/>
          <p:cNvSpPr txBox="1"/>
          <p:nvPr/>
        </p:nvSpPr>
        <p:spPr>
          <a:xfrm>
            <a:off x="4308363" y="4311290"/>
            <a:ext cx="986818" cy="47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000" b="1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15,0</a:t>
            </a:r>
            <a:endParaRPr lang="en-US" sz="3000" b="1" dirty="0">
              <a:solidFill>
                <a:schemeClr val="tx2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5" name="object 128"/>
          <p:cNvSpPr txBox="1"/>
          <p:nvPr/>
        </p:nvSpPr>
        <p:spPr>
          <a:xfrm>
            <a:off x="2459671" y="4543105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6" name="object 128"/>
          <p:cNvSpPr txBox="1"/>
          <p:nvPr/>
        </p:nvSpPr>
        <p:spPr>
          <a:xfrm>
            <a:off x="5217896" y="4517417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5" name="Picture 4"/>
          <p:cNvPicPr/>
          <p:nvPr/>
        </p:nvPicPr>
        <p:blipFill>
          <a:blip r:embed="rId47"/>
          <a:stretch>
            <a:fillRect/>
          </a:stretch>
        </p:blipFill>
        <p:spPr>
          <a:xfrm>
            <a:off x="298450" y="22225"/>
            <a:ext cx="3799205" cy="1171575"/>
          </a:xfrm>
          <a:prstGeom prst="rect">
            <a:avLst/>
          </a:prstGeom>
        </p:spPr>
      </p:pic>
      <p:sp>
        <p:nvSpPr>
          <p:cNvPr id="217" name="object 266">
            <a:extLst>
              <a:ext uri="{FF2B5EF4-FFF2-40B4-BE49-F238E27FC236}">
                <a16:creationId xmlns:a16="http://schemas.microsoft.com/office/drawing/2014/main" id="{E7F881FF-D2DD-40A8-8A40-BFEEE91CD5D4}"/>
              </a:ext>
            </a:extLst>
          </p:cNvPr>
          <p:cNvSpPr txBox="1"/>
          <p:nvPr/>
        </p:nvSpPr>
        <p:spPr>
          <a:xfrm>
            <a:off x="15657898" y="8681407"/>
            <a:ext cx="1105535" cy="715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45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7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18" name="object 267">
            <a:extLst>
              <a:ext uri="{FF2B5EF4-FFF2-40B4-BE49-F238E27FC236}">
                <a16:creationId xmlns:a16="http://schemas.microsoft.com/office/drawing/2014/main" id="{79C9DDD0-67D6-4C3F-9801-885355A57C65}"/>
              </a:ext>
            </a:extLst>
          </p:cNvPr>
          <p:cNvSpPr txBox="1"/>
          <p:nvPr/>
        </p:nvSpPr>
        <p:spPr>
          <a:xfrm>
            <a:off x="9913219" y="8689647"/>
            <a:ext cx="42164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uz-Cyrl-UZ" sz="43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spc="-4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r>
              <a:rPr sz="3000" spc="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000" spc="-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ОИЛА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4300" b="1" baseline="1388" dirty="0">
                <a:solidFill>
                  <a:srgbClr val="273B6F"/>
                </a:solidFill>
                <a:latin typeface="Arial"/>
                <a:cs typeface="Arial"/>
              </a:rPr>
              <a:t>66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220" name="object 265">
            <a:extLst>
              <a:ext uri="{FF2B5EF4-FFF2-40B4-BE49-F238E27FC236}">
                <a16:creationId xmlns:a16="http://schemas.microsoft.com/office/drawing/2014/main" id="{81AD687D-A1CD-4312-A796-6B30FC986D00}"/>
              </a:ext>
            </a:extLst>
          </p:cNvPr>
          <p:cNvSpPr txBox="1"/>
          <p:nvPr/>
        </p:nvSpPr>
        <p:spPr>
          <a:xfrm>
            <a:off x="7008196" y="8654439"/>
            <a:ext cx="1882460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3500" b="1" spc="-310" dirty="0">
                <a:solidFill>
                  <a:srgbClr val="273B6F"/>
                </a:solidFill>
                <a:latin typeface="Arial"/>
                <a:cs typeface="Arial"/>
              </a:rPr>
              <a:t>28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135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27" name="object 262">
            <a:extLst>
              <a:ext uri="{FF2B5EF4-FFF2-40B4-BE49-F238E27FC236}">
                <a16:creationId xmlns:a16="http://schemas.microsoft.com/office/drawing/2014/main" id="{EBEF49BD-4A3A-4780-99A6-CCDB8AC0EE81}"/>
              </a:ext>
            </a:extLst>
          </p:cNvPr>
          <p:cNvSpPr txBox="1"/>
          <p:nvPr/>
        </p:nvSpPr>
        <p:spPr>
          <a:xfrm>
            <a:off x="4167141" y="8725929"/>
            <a:ext cx="92473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3500" b="1" spc="-2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uz-Cyrl-UZ" sz="4000" b="1" spc="-25" dirty="0">
                <a:solidFill>
                  <a:srgbClr val="273B6F"/>
                </a:solidFill>
                <a:latin typeface="Arial"/>
                <a:cs typeface="Arial"/>
              </a:rPr>
              <a:t>1,1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229" name="object 208">
            <a:extLst>
              <a:ext uri="{FF2B5EF4-FFF2-40B4-BE49-F238E27FC236}">
                <a16:creationId xmlns:a16="http://schemas.microsoft.com/office/drawing/2014/main" id="{09879F13-81FF-4BFC-A877-45A012EBF41C}"/>
              </a:ext>
            </a:extLst>
          </p:cNvPr>
          <p:cNvSpPr txBox="1"/>
          <p:nvPr/>
        </p:nvSpPr>
        <p:spPr>
          <a:xfrm>
            <a:off x="1435783" y="7275794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</a:t>
            </a:r>
            <a:r>
              <a:rPr lang="en-US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15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30" name="object 209">
            <a:extLst>
              <a:ext uri="{FF2B5EF4-FFF2-40B4-BE49-F238E27FC236}">
                <a16:creationId xmlns:a16="http://schemas.microsoft.com/office/drawing/2014/main" id="{F8D82612-1DFB-4494-A01A-AB230549D3D1}"/>
              </a:ext>
            </a:extLst>
          </p:cNvPr>
          <p:cNvSpPr txBox="1"/>
          <p:nvPr/>
        </p:nvSpPr>
        <p:spPr>
          <a:xfrm>
            <a:off x="3612390" y="7284029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31" name="object 208">
            <a:extLst>
              <a:ext uri="{FF2B5EF4-FFF2-40B4-BE49-F238E27FC236}">
                <a16:creationId xmlns:a16="http://schemas.microsoft.com/office/drawing/2014/main" id="{F52723B5-745C-4EF6-8B9C-758DFB994574}"/>
              </a:ext>
            </a:extLst>
          </p:cNvPr>
          <p:cNvSpPr txBox="1"/>
          <p:nvPr/>
        </p:nvSpPr>
        <p:spPr>
          <a:xfrm>
            <a:off x="5656355" y="7082777"/>
            <a:ext cx="834691" cy="62324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</a:t>
            </a:r>
            <a:r>
              <a:rPr lang="en-US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12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32" name="object 209">
            <a:extLst>
              <a:ext uri="{FF2B5EF4-FFF2-40B4-BE49-F238E27FC236}">
                <a16:creationId xmlns:a16="http://schemas.microsoft.com/office/drawing/2014/main" id="{017F5278-5E10-4A91-953D-F92107D6160D}"/>
              </a:ext>
            </a:extLst>
          </p:cNvPr>
          <p:cNvSpPr txBox="1"/>
          <p:nvPr/>
        </p:nvSpPr>
        <p:spPr>
          <a:xfrm>
            <a:off x="7998725" y="7217475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33" name="object 35">
            <a:extLst>
              <a:ext uri="{FF2B5EF4-FFF2-40B4-BE49-F238E27FC236}">
                <a16:creationId xmlns:a16="http://schemas.microsoft.com/office/drawing/2014/main" id="{BD80B3D7-BC8F-4552-AB20-4531A4E694D7}"/>
              </a:ext>
            </a:extLst>
          </p:cNvPr>
          <p:cNvSpPr txBox="1"/>
          <p:nvPr/>
        </p:nvSpPr>
        <p:spPr>
          <a:xfrm>
            <a:off x="8091662" y="177381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34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pic>
        <p:nvPicPr>
          <p:cNvPr id="1030" name="Picture 6" descr="7,5 mille Images et Photos de Soins de santé logistique Libres de Droits |  Shutterstock">
            <a:extLst>
              <a:ext uri="{FF2B5EF4-FFF2-40B4-BE49-F238E27FC236}">
                <a16:creationId xmlns:a16="http://schemas.microsoft.com/office/drawing/2014/main" id="{416C2C1B-9A79-ECB5-CEC1-264227121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28" y="5136330"/>
            <a:ext cx="3390445" cy="1866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Принимаются заявки на конкурс «Лучший по профессии» в номинации «Лучшая  швея»">
            <a:extLst>
              <a:ext uri="{FF2B5EF4-FFF2-40B4-BE49-F238E27FC236}">
                <a16:creationId xmlns:a16="http://schemas.microsoft.com/office/drawing/2014/main" id="{3425694E-8946-FB85-8C28-9A2F25D41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942" y="5197416"/>
            <a:ext cx="3536302" cy="170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E0E0CC5-9951-5585-E400-270C03E79A9A}"/>
              </a:ext>
            </a:extLst>
          </p:cNvPr>
          <p:cNvSpPr txBox="1"/>
          <p:nvPr/>
        </p:nvSpPr>
        <p:spPr>
          <a:xfrm>
            <a:off x="9130768" y="3955390"/>
            <a:ext cx="8756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z-Cyrl-UZ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“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Master key</a:t>
            </a:r>
            <a:r>
              <a:rPr lang="uz-Cyrl-UZ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" MCHJ                                           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“</a:t>
            </a:r>
            <a:r>
              <a:rPr lang="uz-Cyrl-UZ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NEWWAY GROUP</a:t>
            </a:r>
            <a:r>
              <a:rPr lang="uz-Cyrl-UZ" sz="1800" b="1" dirty="0"/>
              <a:t>” М</a:t>
            </a:r>
            <a:r>
              <a:rPr lang="en-US" b="1" dirty="0"/>
              <a:t>CHJ</a:t>
            </a:r>
            <a:r>
              <a:rPr lang="uz-Cyrl-UZ" sz="1800" dirty="0"/>
              <a:t> </a:t>
            </a:r>
            <a:endParaRPr lang="ru-RU" dirty="0"/>
          </a:p>
        </p:txBody>
      </p:sp>
      <p:pic>
        <p:nvPicPr>
          <p:cNvPr id="228" name="Picture 2" descr="Market Place | LANDMARK">
            <a:extLst>
              <a:ext uri="{FF2B5EF4-FFF2-40B4-BE49-F238E27FC236}">
                <a16:creationId xmlns:a16="http://schemas.microsoft.com/office/drawing/2014/main" id="{CAF32F50-1320-09B2-DFF0-6D04B9EAE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822" y="5755009"/>
            <a:ext cx="3251805" cy="160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Picture 4" descr="O'zbekistonda qancha dorixona bor? | UZA.uz">
            <a:extLst>
              <a:ext uri="{FF2B5EF4-FFF2-40B4-BE49-F238E27FC236}">
                <a16:creationId xmlns:a16="http://schemas.microsoft.com/office/drawing/2014/main" id="{393F2A24-8DB6-B8FF-D801-600141397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3730" y="5918494"/>
            <a:ext cx="3170142" cy="151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270</Words>
  <Application>Microsoft Office PowerPoint</Application>
  <PresentationFormat>Произвольный</PresentationFormat>
  <Paragraphs>87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Microsoft Sans Serif</vt:lpstr>
      <vt:lpstr>Sans Serif Collection</vt:lpstr>
      <vt:lpstr>Tahoma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Пользователь</cp:lastModifiedBy>
  <cp:revision>56</cp:revision>
  <cp:lastPrinted>2025-11-22T15:16:00Z</cp:lastPrinted>
  <dcterms:created xsi:type="dcterms:W3CDTF">2025-11-21T17:17:00Z</dcterms:created>
  <dcterms:modified xsi:type="dcterms:W3CDTF">2026-05-12T07:46:13Z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2025-11-21T10:00:00Z</vt:filetime>
  </property>
  <property fmtid="{D5CDD505-2E9C-101B-9397-08002B2CF9AE}" pid="3" name="LastSaved">
    <vt:filetime>2025-11-21T10:00:00Z</vt:filetime>
  </property>
  <property fmtid="{D5CDD505-2E9C-101B-9397-08002B2CF9AE}" pid="4" name="Producer">
    <vt:lpwstr>iLovePDF</vt:lpwstr>
  </property>
  <property fmtid="{D5CDD505-2E9C-101B-9397-08002B2CF9AE}" pid="5" name="KSOProductBuildVer">
    <vt:lpwstr>1033-12.1.0.25242</vt:lpwstr>
  </property>
  <property fmtid="{D5CDD505-2E9C-101B-9397-08002B2CF9AE}" pid="6" name="ICV">
    <vt:lpwstr>164DCF806CA143FB9A0EE979FEEED7BF_13</vt:lpwstr>
  </property>
</Properties>
</file>