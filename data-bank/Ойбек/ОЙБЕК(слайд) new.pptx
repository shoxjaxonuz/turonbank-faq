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714" y="78"/>
      </p:cViewPr>
      <p:guideLst>
        <p:guide orient="horz" pos="2880"/>
        <p:guide pos="216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farbek Yo'ldoshov" userId="0b9c4671e0d9e2f6" providerId="LiveId" clId="{ADEAA17E-AFED-453F-9D46-28DD927A2A11}"/>
    <pc:docChg chg="undo redo custSel modSld">
      <pc:chgData name="Zafarbek Yo'ldoshov" userId="0b9c4671e0d9e2f6" providerId="LiveId" clId="{ADEAA17E-AFED-453F-9D46-28DD927A2A11}" dt="2026-05-07T04:51:53.511" v="180" actId="20577"/>
      <pc:docMkLst>
        <pc:docMk/>
      </pc:docMkLst>
      <pc:sldChg chg="addSp delSp modSp mod">
        <pc:chgData name="Zafarbek Yo'ldoshov" userId="0b9c4671e0d9e2f6" providerId="LiveId" clId="{ADEAA17E-AFED-453F-9D46-28DD927A2A11}" dt="2026-05-07T04:51:53.511" v="180" actId="20577"/>
        <pc:sldMkLst>
          <pc:docMk/>
          <pc:sldMk cId="0" sldId="256"/>
        </pc:sldMkLst>
        <pc:spChg chg="mod">
          <ac:chgData name="Zafarbek Yo'ldoshov" userId="0b9c4671e0d9e2f6" providerId="LiveId" clId="{ADEAA17E-AFED-453F-9D46-28DD927A2A11}" dt="2026-04-30T12:29:03.515" v="105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4-30T09:09:26.521" v="7" actId="2057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4-30T14:08:56.595" v="123" actId="207"/>
          <ac:spMkLst>
            <pc:docMk/>
            <pc:sldMk cId="0" sldId="256"/>
            <ac:spMk id="46" creationId="{00000000-0000-0000-0000-000000000000}"/>
          </ac:spMkLst>
        </pc:spChg>
        <pc:spChg chg="mod topLvl">
          <ac:chgData name="Zafarbek Yo'ldoshov" userId="0b9c4671e0d9e2f6" providerId="LiveId" clId="{ADEAA17E-AFED-453F-9D46-28DD927A2A11}" dt="2026-05-07T04:50:28.869" v="145" actId="165"/>
          <ac:spMkLst>
            <pc:docMk/>
            <pc:sldMk cId="0" sldId="256"/>
            <ac:spMk id="77" creationId="{00000000-0000-0000-0000-000000000000}"/>
          </ac:spMkLst>
        </pc:spChg>
        <pc:spChg chg="mod topLvl">
          <ac:chgData name="Zafarbek Yo'ldoshov" userId="0b9c4671e0d9e2f6" providerId="LiveId" clId="{ADEAA17E-AFED-453F-9D46-28DD927A2A11}" dt="2026-05-07T04:50:31.650" v="146" actId="1076"/>
          <ac:spMkLst>
            <pc:docMk/>
            <pc:sldMk cId="0" sldId="256"/>
            <ac:spMk id="78" creationId="{00000000-0000-0000-0000-000000000000}"/>
          </ac:spMkLst>
        </pc:spChg>
        <pc:spChg chg="mod topLvl">
          <ac:chgData name="Zafarbek Yo'ldoshov" userId="0b9c4671e0d9e2f6" providerId="LiveId" clId="{ADEAA17E-AFED-453F-9D46-28DD927A2A11}" dt="2026-05-07T04:50:28.869" v="145" actId="165"/>
          <ac:spMkLst>
            <pc:docMk/>
            <pc:sldMk cId="0" sldId="256"/>
            <ac:spMk id="79" creationId="{00000000-0000-0000-0000-000000000000}"/>
          </ac:spMkLst>
        </pc:spChg>
        <pc:spChg chg="mod topLvl">
          <ac:chgData name="Zafarbek Yo'ldoshov" userId="0b9c4671e0d9e2f6" providerId="LiveId" clId="{ADEAA17E-AFED-453F-9D46-28DD927A2A11}" dt="2026-05-07T04:50:28.869" v="145" actId="165"/>
          <ac:spMkLst>
            <pc:docMk/>
            <pc:sldMk cId="0" sldId="256"/>
            <ac:spMk id="81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0:23.344" v="144" actId="1076"/>
          <ac:spMkLst>
            <pc:docMk/>
            <pc:sldMk cId="0" sldId="256"/>
            <ac:spMk id="85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0:43.060" v="156" actId="20577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4-30T14:07:44.983" v="122" actId="20577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1:20.529" v="167" actId="20577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1:28.570" v="170" actId="20577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1:35.166" v="176" actId="20577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1:50.401" v="178" actId="20577"/>
          <ac:spMkLst>
            <pc:docMk/>
            <pc:sldMk cId="0" sldId="256"/>
            <ac:spMk id="136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1:53.511" v="180" actId="20577"/>
          <ac:spMkLst>
            <pc:docMk/>
            <pc:sldMk cId="0" sldId="256"/>
            <ac:spMk id="146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4-30T09:11:01.135" v="61" actId="20577"/>
          <ac:spMkLst>
            <pc:docMk/>
            <pc:sldMk cId="0" sldId="256"/>
            <ac:spMk id="173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4-30T09:10:31.192" v="12"/>
          <ac:spMkLst>
            <pc:docMk/>
            <pc:sldMk cId="0" sldId="256"/>
            <ac:spMk id="174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5-07T04:51:25.554" v="169" actId="20577"/>
          <ac:spMkLst>
            <pc:docMk/>
            <pc:sldMk cId="0" sldId="256"/>
            <ac:spMk id="224" creationId="{21715D98-9F48-4DC7-B8A1-5E5227CE8463}"/>
          </ac:spMkLst>
        </pc:spChg>
        <pc:spChg chg="add mod">
          <ac:chgData name="Zafarbek Yo'ldoshov" userId="0b9c4671e0d9e2f6" providerId="LiveId" clId="{ADEAA17E-AFED-453F-9D46-28DD927A2A11}" dt="2026-05-07T04:51:10.304" v="163" actId="20577"/>
          <ac:spMkLst>
            <pc:docMk/>
            <pc:sldMk cId="0" sldId="256"/>
            <ac:spMk id="228" creationId="{1ABB4E30-9DCA-45C3-B773-4584F0A34E13}"/>
          </ac:spMkLst>
        </pc:spChg>
        <pc:spChg chg="mod">
          <ac:chgData name="Zafarbek Yo'ldoshov" userId="0b9c4671e0d9e2f6" providerId="LiveId" clId="{ADEAA17E-AFED-453F-9D46-28DD927A2A11}" dt="2026-04-30T14:05:50.724" v="107" actId="1076"/>
          <ac:spMkLst>
            <pc:docMk/>
            <pc:sldMk cId="0" sldId="256"/>
            <ac:spMk id="266" creationId="{00000000-0000-0000-0000-000000000000}"/>
          </ac:spMkLst>
        </pc:spChg>
        <pc:spChg chg="mod">
          <ac:chgData name="Zafarbek Yo'ldoshov" userId="0b9c4671e0d9e2f6" providerId="LiveId" clId="{ADEAA17E-AFED-453F-9D46-28DD927A2A11}" dt="2026-04-30T09:11:11.747" v="63" actId="20577"/>
          <ac:spMkLst>
            <pc:docMk/>
            <pc:sldMk cId="0" sldId="256"/>
            <ac:spMk id="280" creationId="{BBFEF55F-E51D-4F7D-A6D5-75E9AE2C6714}"/>
          </ac:spMkLst>
        </pc:spChg>
        <pc:spChg chg="mod">
          <ac:chgData name="Zafarbek Yo'ldoshov" userId="0b9c4671e0d9e2f6" providerId="LiveId" clId="{ADEAA17E-AFED-453F-9D46-28DD927A2A11}" dt="2026-04-30T09:13:13.854" v="83" actId="20577"/>
          <ac:spMkLst>
            <pc:docMk/>
            <pc:sldMk cId="0" sldId="256"/>
            <ac:spMk id="287" creationId="{9FF2D5D5-0C80-4624-8637-EFDF9AC3E28E}"/>
          </ac:spMkLst>
        </pc:spChg>
        <pc:grpChg chg="add del mod">
          <ac:chgData name="Zafarbek Yo'ldoshov" userId="0b9c4671e0d9e2f6" providerId="LiveId" clId="{ADEAA17E-AFED-453F-9D46-28DD927A2A11}" dt="2026-05-07T04:51:06.806" v="161" actId="1076"/>
          <ac:grpSpMkLst>
            <pc:docMk/>
            <pc:sldMk cId="0" sldId="256"/>
            <ac:grpSpMk id="76" creationId="{00000000-0000-0000-0000-000000000000}"/>
          </ac:grpSpMkLst>
        </pc:grpChg>
        <pc:picChg chg="del">
          <ac:chgData name="Zafarbek Yo'ldoshov" userId="0b9c4671e0d9e2f6" providerId="LiveId" clId="{ADEAA17E-AFED-453F-9D46-28DD927A2A11}" dt="2026-04-30T09:24:59.749" v="90" actId="478"/>
          <ac:picMkLst>
            <pc:docMk/>
            <pc:sldMk cId="0" sldId="256"/>
            <ac:picMk id="6" creationId="{B615023D-C33C-1006-33EE-0D6766502A67}"/>
          </ac:picMkLst>
        </pc:picChg>
        <pc:picChg chg="add del mod">
          <ac:chgData name="Zafarbek Yo'ldoshov" userId="0b9c4671e0d9e2f6" providerId="LiveId" clId="{ADEAA17E-AFED-453F-9D46-28DD927A2A11}" dt="2026-04-30T12:23:30.066" v="102" actId="478"/>
          <ac:picMkLst>
            <pc:docMk/>
            <pc:sldMk cId="0" sldId="256"/>
            <ac:picMk id="80" creationId="{8B23FA3D-CED9-47B4-8EBB-AB45E3EAA2A7}"/>
          </ac:picMkLst>
        </pc:picChg>
        <pc:picChg chg="mod topLvl">
          <ac:chgData name="Zafarbek Yo'ldoshov" userId="0b9c4671e0d9e2f6" providerId="LiveId" clId="{ADEAA17E-AFED-453F-9D46-28DD927A2A11}" dt="2026-05-07T04:50:28.869" v="145" actId="165"/>
          <ac:picMkLst>
            <pc:docMk/>
            <pc:sldMk cId="0" sldId="256"/>
            <ac:picMk id="82" creationId="{00000000-0000-0000-0000-000000000000}"/>
          </ac:picMkLst>
        </pc:picChg>
        <pc:picChg chg="del">
          <ac:chgData name="Zafarbek Yo'ldoshov" userId="0b9c4671e0d9e2f6" providerId="LiveId" clId="{ADEAA17E-AFED-453F-9D46-28DD927A2A11}" dt="2026-04-30T09:18:43.655" v="84" actId="478"/>
          <ac:picMkLst>
            <pc:docMk/>
            <pc:sldMk cId="0" sldId="256"/>
            <ac:picMk id="84" creationId="{8256A4A5-E275-49E9-8D41-0F7A5D5B600F}"/>
          </ac:picMkLst>
        </pc:picChg>
        <pc:picChg chg="add mod">
          <ac:chgData name="Zafarbek Yo'ldoshov" userId="0b9c4671e0d9e2f6" providerId="LiveId" clId="{ADEAA17E-AFED-453F-9D46-28DD927A2A11}" dt="2026-04-30T09:26:17.868" v="100" actId="14100"/>
          <ac:picMkLst>
            <pc:docMk/>
            <pc:sldMk cId="0" sldId="256"/>
            <ac:picMk id="151" creationId="{A0D8FAD9-A72B-44EB-95E5-D5DF75DD5186}"/>
          </ac:picMkLst>
        </pc:picChg>
        <pc:picChg chg="del">
          <ac:chgData name="Zafarbek Yo'ldoshov" userId="0b9c4671e0d9e2f6" providerId="LiveId" clId="{ADEAA17E-AFED-453F-9D46-28DD927A2A11}" dt="2026-04-30T09:25:00.086" v="91" actId="478"/>
          <ac:picMkLst>
            <pc:docMk/>
            <pc:sldMk cId="0" sldId="256"/>
            <ac:picMk id="153" creationId="{38312BD0-B111-445A-942B-0C249FCF381B}"/>
          </ac:picMkLst>
        </pc:picChg>
        <pc:picChg chg="add mod">
          <ac:chgData name="Zafarbek Yo'ldoshov" userId="0b9c4671e0d9e2f6" providerId="LiveId" clId="{ADEAA17E-AFED-453F-9D46-28DD927A2A11}" dt="2026-04-30T09:26:21.391" v="101" actId="14100"/>
          <ac:picMkLst>
            <pc:docMk/>
            <pc:sldMk cId="0" sldId="256"/>
            <ac:picMk id="154" creationId="{24B0F2DF-EA20-41FB-BFBD-2486F4F866C3}"/>
          </ac:picMkLst>
        </pc:picChg>
        <pc:picChg chg="add mod">
          <ac:chgData name="Zafarbek Yo'ldoshov" userId="0b9c4671e0d9e2f6" providerId="LiveId" clId="{ADEAA17E-AFED-453F-9D46-28DD927A2A11}" dt="2026-04-30T12:23:34.901" v="104" actId="1076"/>
          <ac:picMkLst>
            <pc:docMk/>
            <pc:sldMk cId="0" sldId="256"/>
            <ac:picMk id="227" creationId="{C23710B7-F897-4EAD-90E7-267D13550E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jp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ru-RU" sz="280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МИРОБОД </a:t>
            </a:r>
            <a:r>
              <a:rPr lang="ru-RU" sz="28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ТУМАНИ </a:t>
            </a:r>
            <a:r>
              <a:rPr lang="ru-RU" sz="2800" spc="-160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2800" b="1" dirty="0">
                <a:solidFill>
                  <a:srgbClr val="273B6F"/>
                </a:solidFill>
                <a:latin typeface="Arial"/>
                <a:cs typeface="Arial"/>
              </a:rPr>
              <a:t>“</a:t>
            </a:r>
            <a:r>
              <a:rPr lang="ru-RU" sz="2800" b="1" dirty="0">
                <a:solidFill>
                  <a:srgbClr val="273B6F"/>
                </a:solidFill>
                <a:latin typeface="Arial"/>
                <a:cs typeface="Arial"/>
              </a:rPr>
              <a:t>ОЙБЕК </a:t>
            </a:r>
            <a:r>
              <a:rPr sz="2800" b="1" spc="-35" dirty="0">
                <a:solidFill>
                  <a:srgbClr val="273B6F"/>
                </a:solidFill>
                <a:latin typeface="Arial"/>
                <a:cs typeface="Arial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МАҲАЛЛАСИДА</a:t>
            </a:r>
            <a:endParaRPr sz="28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spc="-25" dirty="0">
                <a:solidFill>
                  <a:srgbClr val="273B6F"/>
                </a:solidFill>
                <a:latin typeface="Arial"/>
                <a:cs typeface="Arial"/>
              </a:rPr>
              <a:t>АҲОЛИ</a:t>
            </a:r>
            <a:r>
              <a:rPr sz="2800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273B6F"/>
                </a:solidFill>
                <a:latin typeface="Arial"/>
                <a:cs typeface="Arial"/>
              </a:rPr>
              <a:t>БАНДЛИГИНИ</a:t>
            </a:r>
            <a:r>
              <a:rPr sz="2800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273B6F"/>
                </a:solidFill>
                <a:latin typeface="Arial"/>
                <a:cs typeface="Arial"/>
              </a:rPr>
              <a:t>ТАЪМИНЛАШ</a:t>
            </a:r>
            <a:r>
              <a:rPr sz="2800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273B6F"/>
                </a:solidFill>
                <a:latin typeface="Arial"/>
                <a:cs typeface="Arial"/>
              </a:rPr>
              <a:t>ВА</a:t>
            </a:r>
            <a:r>
              <a:rPr sz="2800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273B6F"/>
                </a:solidFill>
                <a:latin typeface="Arial"/>
                <a:cs typeface="Arial"/>
              </a:rPr>
              <a:t>ДАРОМАДЛАРИНИ</a:t>
            </a:r>
            <a:r>
              <a:rPr sz="2800" spc="-15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Arial"/>
                <a:cs typeface="Arial"/>
              </a:rPr>
              <a:t>ОШИРИШ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0938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40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400" b="1" spc="-110" dirty="0">
                <a:solidFill>
                  <a:srgbClr val="16387F"/>
                </a:solidFill>
                <a:latin typeface="Arial"/>
                <a:cs typeface="Arial"/>
              </a:rPr>
              <a:t>Йулдошов Зафарбек Санатбек угли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dirty="0" err="1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40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 err="1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r>
              <a:rPr lang="uz-Cyrl-UZ" sz="140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ru-RU" sz="1400" b="1" spc="-10" dirty="0" err="1">
                <a:solidFill>
                  <a:srgbClr val="3C2B98"/>
                </a:solidFill>
                <a:latin typeface="Tahoma"/>
                <a:cs typeface="Tahoma"/>
              </a:rPr>
              <a:t>Вакант</a:t>
            </a:r>
            <a:endParaRPr sz="1400" b="1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774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“</a:t>
            </a:r>
            <a:r>
              <a:rPr lang="uz-Cyrl-UZ" sz="1650" b="1" spc="-120" dirty="0">
                <a:solidFill>
                  <a:srgbClr val="16387F"/>
                </a:solidFill>
                <a:latin typeface="Arial"/>
                <a:cs typeface="Arial"/>
              </a:rPr>
              <a:t>Туронбанк</a:t>
            </a: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”АТБ </a:t>
            </a:r>
            <a:r>
              <a:rPr lang="ru-RU" sz="1650" b="1" spc="-120" dirty="0" err="1">
                <a:solidFill>
                  <a:srgbClr val="16387F"/>
                </a:solidFill>
                <a:latin typeface="Arial"/>
                <a:cs typeface="Arial"/>
              </a:rPr>
              <a:t>Тошкент</a:t>
            </a: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/>
                <a:cs typeface="Arial"/>
              </a:rPr>
              <a:t>шахар</a:t>
            </a: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/>
                <a:cs typeface="Arial"/>
              </a:rPr>
              <a:t>Миробод</a:t>
            </a: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 БХО 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147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95734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87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6746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lang="uz-Cyrl-UZ" sz="185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ҳоли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54886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uz-Cyrl-UZ" sz="1300" b="1" spc="-65" dirty="0">
                <a:solidFill>
                  <a:schemeClr val="bg1"/>
                </a:solidFill>
                <a:latin typeface="Arial"/>
                <a:cs typeface="Arial"/>
              </a:rPr>
              <a:t>Камбағалликдан холи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аҳол</a:t>
            </a:r>
            <a:r>
              <a:rPr lang="ru-RU" sz="1450" spc="-10" dirty="0">
                <a:solidFill>
                  <a:srgbClr val="3C2B98"/>
                </a:solidFill>
                <a:latin typeface="Tahoma"/>
                <a:cs typeface="Tahoma"/>
              </a:rPr>
              <a:t>и</a:t>
            </a:r>
            <a:endParaRPr lang="ru-RU"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ru-RU" sz="1600" b="1" spc="-90" dirty="0">
                <a:solidFill>
                  <a:schemeClr val="tx2"/>
                </a:solidFill>
                <a:latin typeface="Arial"/>
                <a:cs typeface="Arial"/>
              </a:rPr>
              <a:t>10</a:t>
            </a:r>
            <a:r>
              <a:rPr lang="ru-RU" sz="16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ru-RU" sz="1600" spc="-90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lang="ru-RU"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uz-Cyrl-UZ" sz="1600" b="1" spc="220" dirty="0">
                <a:solidFill>
                  <a:srgbClr val="16387F"/>
                </a:solidFill>
                <a:latin typeface="Arial"/>
                <a:cs typeface="Arial"/>
              </a:rPr>
              <a:t>8</a:t>
            </a:r>
            <a:r>
              <a:rPr sz="1600" b="1" spc="2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ru-RU" sz="2600" b="1" dirty="0">
                <a:solidFill>
                  <a:srgbClr val="16387F"/>
                </a:solidFill>
                <a:latin typeface="Arial"/>
                <a:cs typeface="Arial"/>
              </a:rPr>
              <a:t>5 357</a:t>
            </a:r>
            <a:r>
              <a:rPr sz="2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lang="uz-Cyrl-UZ" sz="2600" b="1" dirty="0">
                <a:solidFill>
                  <a:srgbClr val="16387F"/>
                </a:solidFill>
                <a:latin typeface="Arial"/>
                <a:cs typeface="Arial"/>
              </a:rPr>
              <a:t>2 029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64725" y="3092831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27667" y="3188645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71556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400" b="1" dirty="0">
                <a:solidFill>
                  <a:srgbClr val="273B6F"/>
                </a:solidFill>
                <a:latin typeface="Arial"/>
                <a:cs typeface="Arial"/>
              </a:rPr>
              <a:t>140,0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Х 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uz-Cyrl-UZ" sz="3000" b="1" dirty="0">
                <a:solidFill>
                  <a:srgbClr val="273B6F"/>
                </a:solidFill>
                <a:latin typeface="Arial"/>
                <a:cs typeface="Arial"/>
              </a:rPr>
              <a:t>  20,0</a:t>
            </a:r>
            <a:endParaRPr sz="300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02926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lang="ru-RU" sz="2350" b="1" spc="-8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350" b="1" spc="-6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29" y="4372982"/>
            <a:ext cx="93391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500" b="1" spc="-25" dirty="0">
                <a:solidFill>
                  <a:srgbClr val="273B6F"/>
                </a:solidFill>
                <a:latin typeface="Arial"/>
                <a:cs typeface="Arial"/>
              </a:rPr>
              <a:t>100,0</a:t>
            </a:r>
            <a:endParaRPr lang="uz-Cyrl-UZ" sz="250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750" b="1" spc="-45" dirty="0">
                <a:solidFill>
                  <a:srgbClr val="273B6F"/>
                </a:solidFill>
                <a:latin typeface="Arial"/>
                <a:cs typeface="Arial"/>
              </a:rPr>
              <a:t>3</a:t>
            </a:r>
            <a:r>
              <a:rPr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ru-RU" sz="3750" b="1" spc="-45" dirty="0">
                <a:solidFill>
                  <a:srgbClr val="273B6F"/>
                </a:solidFill>
                <a:latin typeface="Arial"/>
                <a:cs typeface="Arial"/>
              </a:rPr>
              <a:t>6</a:t>
            </a:r>
            <a:r>
              <a:rPr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4962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Етказиб бериш хизматлари фаолиятини йўлга қўйиш 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222269" y="4018785"/>
            <a:ext cx="3227721" cy="23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57170" algn="l"/>
              </a:tabLst>
            </a:pPr>
            <a:r>
              <a:rPr lang="uz-Cyrl-UZ" sz="1400" b="1" dirty="0">
                <a:solidFill>
                  <a:srgbClr val="3C2B98"/>
                </a:solidFill>
                <a:latin typeface="Arial"/>
                <a:cs typeface="Arial"/>
              </a:rPr>
              <a:t>  </a:t>
            </a:r>
            <a:r>
              <a:rPr lang="uz-Latn-UZ" sz="1400" b="1" dirty="0">
                <a:solidFill>
                  <a:srgbClr val="3C2B98"/>
                </a:solidFill>
                <a:latin typeface="Arial"/>
                <a:cs typeface="Arial"/>
              </a:rPr>
              <a:t>“</a:t>
            </a:r>
            <a:r>
              <a:rPr lang="en-US" sz="1400" b="1" dirty="0">
                <a:solidFill>
                  <a:srgbClr val="3C2B98"/>
                </a:solidFill>
                <a:latin typeface="Arial"/>
                <a:cs typeface="Arial"/>
              </a:rPr>
              <a:t>IMPASTO</a:t>
            </a:r>
            <a:r>
              <a:rPr lang="uz-Latn-UZ" sz="1400" b="1" dirty="0">
                <a:solidFill>
                  <a:srgbClr val="3C2B98"/>
                </a:solidFill>
                <a:latin typeface="Arial"/>
                <a:cs typeface="Arial"/>
              </a:rPr>
              <a:t>” MCHJ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 </a:t>
            </a: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Атлас ва адрас тукиш</a:t>
            </a:r>
            <a:endParaRPr sz="1600" b="1" dirty="0">
              <a:solidFill>
                <a:srgbClr val="3C2B98"/>
              </a:solidFill>
              <a:latin typeface="Microsoft Sans Serif"/>
              <a:cs typeface="Microsoft Sans Serif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198293" y="4050322"/>
            <a:ext cx="2227396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1600" b="1" dirty="0">
                <a:solidFill>
                  <a:srgbClr val="3C2B98"/>
                </a:solidFill>
                <a:latin typeface="Arial"/>
                <a:cs typeface="Arial"/>
              </a:rPr>
              <a:t>NAZARI MAHBOOBA</a:t>
            </a:r>
            <a:endParaRPr lang="uz-Cyrl-UZ" sz="1600" dirty="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25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40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4000" b="1" spc="-25" dirty="0">
                <a:solidFill>
                  <a:srgbClr val="273B6F"/>
                </a:solidFill>
                <a:latin typeface="Arial"/>
                <a:cs typeface="Arial"/>
              </a:rPr>
              <a:t>7,0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млрд.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3500" b="1" spc="-310" dirty="0">
                <a:solidFill>
                  <a:srgbClr val="273B6F"/>
                </a:solidFill>
                <a:latin typeface="Arial"/>
                <a:cs typeface="Arial"/>
              </a:rPr>
              <a:t>320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85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8" name="object 206">
            <a:extLst>
              <a:ext uri="{FF2B5EF4-FFF2-40B4-BE49-F238E27FC236}">
                <a16:creationId xmlns:a16="http://schemas.microsoft.com/office/drawing/2014/main" id="{6E93C883-F608-4A10-AAF9-A9318B2251EB}"/>
              </a:ext>
            </a:extLst>
          </p:cNvPr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656355" y="7082777"/>
            <a:ext cx="834691" cy="6232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17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81861" y="4860009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25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008532" y="4915771"/>
            <a:ext cx="2247344" cy="51244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l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Уз </a:t>
            </a:r>
            <a:r>
              <a:rPr lang="uz-Cyrl-UZ" sz="1150" spc="459" dirty="0">
                <a:solidFill>
                  <a:srgbClr val="3C2B98"/>
                </a:solidFill>
                <a:latin typeface="Tahoma"/>
                <a:cs typeface="Tahoma"/>
              </a:rPr>
              <a:t>Маблаги</a:t>
            </a:r>
          </a:p>
          <a:p>
            <a:pPr marL="12700" algn="l">
              <a:lnSpc>
                <a:spcPts val="1000"/>
              </a:lnSpc>
              <a:spcBef>
                <a:spcPts val="135"/>
              </a:spcBef>
            </a:pPr>
            <a:r>
              <a:rPr lang="uz-Cyrl-UZ" sz="1150" spc="459" dirty="0">
                <a:solidFill>
                  <a:srgbClr val="3C2B98"/>
                </a:solidFill>
                <a:latin typeface="Tahoma"/>
                <a:cs typeface="Tahoma"/>
              </a:rPr>
              <a:t>хисобидан</a:t>
            </a:r>
            <a:r>
              <a:rPr lang="uz-Cyrl-UZ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1950" spc="-15" baseline="2136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 аҳоли </a:t>
            </a:r>
            <a:r>
              <a:rPr lang="uz-Cyrl-UZ" sz="3600" b="1" baseline="1010" dirty="0">
                <a:solidFill>
                  <a:srgbClr val="273B6F"/>
                </a:solidFill>
                <a:latin typeface="Arial"/>
                <a:cs typeface="Arial"/>
              </a:rPr>
              <a:t>8</a:t>
            </a:r>
            <a:r>
              <a:rPr lang="uz-Cyrl-UZ" sz="2800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/>
              <a:cs typeface="Tahoma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>
            <a:extLst>
              <a:ext uri="{FF2B5EF4-FFF2-40B4-BE49-F238E27FC236}">
                <a16:creationId xmlns:a16="http://schemas.microsoft.com/office/drawing/2014/main" id="{773F367A-C20E-4392-9E02-D2C7400EB264}"/>
              </a:ext>
            </a:extLst>
          </p:cNvPr>
          <p:cNvSpPr txBox="1"/>
          <p:nvPr/>
        </p:nvSpPr>
        <p:spPr>
          <a:xfrm>
            <a:off x="10309292" y="1788237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uz-Cyrl-UZ" sz="3050" b="1" spc="-25" dirty="0">
                <a:solidFill>
                  <a:srgbClr val="16387F"/>
                </a:solidFill>
                <a:latin typeface="Arial"/>
                <a:cs typeface="Arial"/>
              </a:rPr>
              <a:t>44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lang="ru-RU" sz="240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3" name="object 35">
            <a:extLst>
              <a:ext uri="{FF2B5EF4-FFF2-40B4-BE49-F238E27FC236}">
                <a16:creationId xmlns:a16="http://schemas.microsoft.com/office/drawing/2014/main" id="{F482E9F8-A859-418D-ADF8-93AF0A01D990}"/>
              </a:ext>
            </a:extLst>
          </p:cNvPr>
          <p:cNvSpPr txBox="1"/>
          <p:nvPr/>
        </p:nvSpPr>
        <p:spPr>
          <a:xfrm>
            <a:off x="12549488" y="178017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uz-Cyrl-UZ" sz="3050" b="1" spc="-25" dirty="0">
                <a:solidFill>
                  <a:srgbClr val="16387F"/>
                </a:solidFill>
                <a:latin typeface="Arial"/>
                <a:cs typeface="Arial"/>
              </a:rPr>
              <a:t>19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lang="ru-RU" sz="240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4" name="object 126">
            <a:extLst>
              <a:ext uri="{FF2B5EF4-FFF2-40B4-BE49-F238E27FC236}">
                <a16:creationId xmlns:a16="http://schemas.microsoft.com/office/drawing/2014/main" id="{21715D98-9F48-4DC7-B8A1-5E5227CE8463}"/>
              </a:ext>
            </a:extLst>
          </p:cNvPr>
          <p:cNvSpPr txBox="1"/>
          <p:nvPr/>
        </p:nvSpPr>
        <p:spPr>
          <a:xfrm>
            <a:off x="4308363" y="4311290"/>
            <a:ext cx="986818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b="1" spc="-25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lang="ru-RU" sz="3000" b="1" spc="-25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lang="uz-Cyrl-UZ" sz="3000" b="1" spc="-25" dirty="0">
                <a:solidFill>
                  <a:srgbClr val="273B6F"/>
                </a:solidFill>
                <a:latin typeface="Arial"/>
                <a:cs typeface="Arial"/>
              </a:rPr>
              <a:t>,0</a:t>
            </a:r>
            <a:endParaRPr lang="uz-Cyrl-UZ" sz="3000" dirty="0">
              <a:latin typeface="Arial"/>
              <a:cs typeface="Arial"/>
            </a:endParaRPr>
          </a:p>
        </p:txBody>
      </p:sp>
      <p:sp>
        <p:nvSpPr>
          <p:cNvPr id="225" name="object 128">
            <a:extLst>
              <a:ext uri="{FF2B5EF4-FFF2-40B4-BE49-F238E27FC236}">
                <a16:creationId xmlns:a16="http://schemas.microsoft.com/office/drawing/2014/main" id="{B35C313B-ACD8-4671-9EA6-1D842DABE004}"/>
              </a:ext>
            </a:extLst>
          </p:cNvPr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226" name="object 128">
            <a:extLst>
              <a:ext uri="{FF2B5EF4-FFF2-40B4-BE49-F238E27FC236}">
                <a16:creationId xmlns:a16="http://schemas.microsoft.com/office/drawing/2014/main" id="{490D4438-FFC4-4509-AD96-02341D168D2C}"/>
              </a:ext>
            </a:extLst>
          </p:cNvPr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DB30D3ED-541A-4827-B3C1-6FC736F5235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523" y="5090972"/>
            <a:ext cx="4049451" cy="19456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1" name="Рисунок 220" descr="SMART WATER INSPECTOR"/>
          <p:cNvPicPr/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45" y="5133944"/>
            <a:ext cx="3865161" cy="19363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Прямоугольник 15"/>
          <p:cNvSpPr/>
          <p:nvPr/>
        </p:nvSpPr>
        <p:spPr>
          <a:xfrm>
            <a:off x="6076558" y="7330479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800" spc="-25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lang="ru-RU" sz="1800" dirty="0">
              <a:latin typeface="Microsoft Sans Serif"/>
              <a:cs typeface="Microsoft Sans Serif"/>
            </a:endParaRPr>
          </a:p>
        </p:txBody>
      </p:sp>
      <p:pic>
        <p:nvPicPr>
          <p:cNvPr id="151" name="Picture 150">
            <a:extLst>
              <a:ext uri="{FF2B5EF4-FFF2-40B4-BE49-F238E27FC236}">
                <a16:creationId xmlns:a16="http://schemas.microsoft.com/office/drawing/2014/main" id="{A0D8FAD9-A72B-44EB-95E5-D5DF75DD5186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773" y="5818474"/>
            <a:ext cx="3600282" cy="1925223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24B0F2DF-EA20-41FB-BFBD-2486F4F866C3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227" y="5853168"/>
            <a:ext cx="3600282" cy="1861199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C23710B7-F897-4EAD-90E7-267D13550E54}"/>
              </a:ext>
            </a:extLst>
          </p:cNvPr>
          <p:cNvPicPr/>
          <p:nvPr/>
        </p:nvPicPr>
        <p:blipFill>
          <a:blip r:embed="rId53"/>
          <a:stretch>
            <a:fillRect/>
          </a:stretch>
        </p:blipFill>
        <p:spPr>
          <a:xfrm>
            <a:off x="609128" y="48103"/>
            <a:ext cx="3799205" cy="1171575"/>
          </a:xfrm>
          <a:prstGeom prst="rect">
            <a:avLst/>
          </a:prstGeom>
        </p:spPr>
      </p:pic>
      <p:sp>
        <p:nvSpPr>
          <p:cNvPr id="228" name="object 107">
            <a:extLst>
              <a:ext uri="{FF2B5EF4-FFF2-40B4-BE49-F238E27FC236}">
                <a16:creationId xmlns:a16="http://schemas.microsoft.com/office/drawing/2014/main" id="{1ABB4E30-9DCA-45C3-B773-4584F0A34E13}"/>
              </a:ext>
            </a:extLst>
          </p:cNvPr>
          <p:cNvSpPr txBox="1"/>
          <p:nvPr/>
        </p:nvSpPr>
        <p:spPr>
          <a:xfrm>
            <a:off x="5330748" y="3410302"/>
            <a:ext cx="1373015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400" b="1" dirty="0">
                <a:solidFill>
                  <a:srgbClr val="273B6F"/>
                </a:solidFill>
                <a:latin typeface="Arial"/>
                <a:cs typeface="Arial"/>
              </a:rPr>
              <a:t>110,0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</TotalTime>
  <Words>263</Words>
  <Application>Microsoft Office PowerPoint</Application>
  <PresentationFormat>Custom</PresentationFormat>
  <Paragraphs>89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Zafarbek Yo'ldoshov</cp:lastModifiedBy>
  <cp:revision>54</cp:revision>
  <cp:lastPrinted>2025-11-22T15:16:56Z</cp:lastPrinted>
  <dcterms:created xsi:type="dcterms:W3CDTF">2025-11-21T17:17:30Z</dcterms:created>
  <dcterms:modified xsi:type="dcterms:W3CDTF">2026-05-07T04:53:38Z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